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8" r:id="rId4"/>
    <p:sldId id="274" r:id="rId5"/>
    <p:sldId id="259" r:id="rId6"/>
    <p:sldId id="271" r:id="rId7"/>
    <p:sldId id="260" r:id="rId8"/>
    <p:sldId id="275" r:id="rId9"/>
    <p:sldId id="261" r:id="rId10"/>
    <p:sldId id="827" r:id="rId11"/>
    <p:sldId id="262" r:id="rId12"/>
    <p:sldId id="273" r:id="rId13"/>
    <p:sldId id="27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07" autoAdjust="0"/>
  </p:normalViewPr>
  <p:slideViewPr>
    <p:cSldViewPr snapToGrid="0">
      <p:cViewPr varScale="1">
        <p:scale>
          <a:sx n="83" d="100"/>
          <a:sy n="83" d="100"/>
        </p:scale>
        <p:origin x="22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7980D-7870-B06C-76C1-70CF6454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A323B-60F3-C221-45D0-FF8DAFFB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324C8-9F47-1073-F447-EA2A73ED1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54424-DB7E-1172-E1A0-9EDCEAC799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155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8917-EB90-851A-7FB8-069E8D7E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4E9E2-C3FE-A98B-6583-3429F941D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606EE-66EB-7285-E2E1-E8FAE5D70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F415A-BC62-2E54-6F16-886A18358F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253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5191-A1C8-D1E9-5A5D-2F3F0B879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3DDBF-F626-7C27-FC95-824763CE3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AC458-A711-42BB-6533-510CD25D8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A5841-A211-05FE-1533-3FFD379781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71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5E5B-9032-C27C-C5B2-FDECC323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A1B4F-54CB-46D5-DF0C-7BD24B525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ACCBE-E942-2902-7F90-E7B32EF4D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DFFE-6E6E-DE90-E977-764E9BCD9A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418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3EC1-4C32-4E7B-A5B1-D03D52F1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82F7B-50F1-10E6-0A75-BD8CA6F98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8D292-EDF8-841F-61D6-DE3003D87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DDBAA-29A4-1069-9AFB-48CA2C5842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644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E441-DC1D-38D7-A8CC-4B3726C2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AA151-656B-4B44-3678-BDF35614E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A2B5B-52DC-DFFE-A60E-4F60A696C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8DED9-641F-2AFC-3DFD-313AED39C1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2709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C05B-B118-3691-0AD9-5BD37A57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6E082-8424-7861-F54B-8EBA7A3AB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1F74D-7774-0391-113C-08E3B5FC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618F2-62DC-95E7-D825-FBAD50F15F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43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FCF32F5-0A59-4E2A-AD17-E3453ACF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D1325D0-9AA6-4DB4-B91D-14A7FE23D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9DA0C38-213F-43AE-B4B6-965D22D9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62144CF-AF47-4A46-BC53-538EF906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1EC5A6E-E86D-4939-9EAF-10AAAC420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C0E81AC-8D70-4BA5-83D6-E0B409E6B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5F3A18A-3C79-4360-8EE0-A4630000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FF38491-9C12-4354-9A38-A0367B5E502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18571B-C28D-4C76-B67C-01A9962E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00033E1-8482-46CB-A785-E9F78BE4F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jpg"/><Relationship Id="rId11" Type="http://schemas.openxmlformats.org/officeDocument/2006/relationships/image" Target="../media/image38.jp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number">
            <a:extLst>
              <a:ext uri="{FF2B5EF4-FFF2-40B4-BE49-F238E27FC236}">
                <a16:creationId xmlns:a16="http://schemas.microsoft.com/office/drawing/2014/main" id="{2A5A3771-D557-4F09-8224-5056B9DFBE4A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01 / 1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20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1-2">
            <a:extLst>
              <a:ext uri="{FF2B5EF4-FFF2-40B4-BE49-F238E27FC236}">
                <a16:creationId xmlns:a16="http://schemas.microsoft.com/office/drawing/2014/main" id="{4C245A5A-BEF3-49C5-9033-5D4862B578B7}"/>
              </a:ext>
            </a:extLst>
          </p:cNvPr>
          <p:cNvSpPr>
            <a:spLocks noGrp="1"/>
          </p:cNvSpPr>
          <p:nvPr/>
        </p:nvSpPr>
        <p:spPr>
          <a:xfrm>
            <a:off x="704850" y="695325"/>
            <a:ext cx="1057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19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19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24666F07-A1EC-493A-8739-C7F58046D6E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585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45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从快照到动力学</a:t>
            </a:r>
            <a:endParaRPr sz="4500" b="1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text-1-4">
            <a:extLst>
              <a:ext uri="{FF2B5EF4-FFF2-40B4-BE49-F238E27FC236}">
                <a16:creationId xmlns:a16="http://schemas.microsoft.com/office/drawing/2014/main" id="{6027B004-84CE-4EB9-AB44-7F487AB72386}"/>
              </a:ext>
            </a:extLst>
          </p:cNvPr>
          <p:cNvSpPr>
            <a:spLocks noGrp="1"/>
          </p:cNvSpPr>
          <p:nvPr/>
        </p:nvSpPr>
        <p:spPr>
          <a:xfrm>
            <a:off x="714375" y="4600575"/>
            <a:ext cx="571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应骏达</a:t>
            </a:r>
          </a:p>
        </p:txBody>
      </p:sp>
      <p:sp>
        <p:nvSpPr>
          <p:cNvPr id="5" name="text-1-5">
            <a:extLst>
              <a:ext uri="{FF2B5EF4-FFF2-40B4-BE49-F238E27FC236}">
                <a16:creationId xmlns:a16="http://schemas.microsoft.com/office/drawing/2014/main" id="{8CAD5C6D-2365-46FE-B7DF-C7847F445B22}"/>
              </a:ext>
            </a:extLst>
          </p:cNvPr>
          <p:cNvSpPr>
            <a:spLocks noGrp="1"/>
          </p:cNvSpPr>
          <p:nvPr/>
        </p:nvSpPr>
        <p:spPr>
          <a:xfrm>
            <a:off x="723900" y="5267325"/>
            <a:ext cx="1070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 err="1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北京大学</a:t>
            </a:r>
            <a:r>
              <a:rPr lang="en-US" sz="195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 dirty="0" err="1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北京国际数学研究中心</a:t>
            </a:r>
            <a:endParaRPr sz="195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4DDBB0-172E-073D-49CF-C9597D8F98C1}"/>
              </a:ext>
            </a:extLst>
          </p:cNvPr>
          <p:cNvSpPr txBox="1"/>
          <p:nvPr/>
        </p:nvSpPr>
        <p:spPr>
          <a:xfrm>
            <a:off x="601249" y="2838450"/>
            <a:ext cx="9419572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8000"/>
              </a:lnSpc>
              <a:defRPr sz="45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30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动态最优传输的非平衡、结构化与多尺度推广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577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AC195-C7F0-B67F-BFED-CE27CBA9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98C7D44C-F014-8017-8733-F150BD76211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研究问题：单细胞动力学建模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0B69E647-B531-25AD-0349-C8CD322FD0BE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03 / 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A6B75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text-3-5">
            <a:extLst>
              <a:ext uri="{FF2B5EF4-FFF2-40B4-BE49-F238E27FC236}">
                <a16:creationId xmlns:a16="http://schemas.microsoft.com/office/drawing/2014/main" id="{3153E551-EA28-A3F5-E2CE-89EFE258D226}"/>
              </a:ext>
            </a:extLst>
          </p:cNvPr>
          <p:cNvSpPr>
            <a:spLocks noGrp="1"/>
          </p:cNvSpPr>
          <p:nvPr/>
        </p:nvSpPr>
        <p:spPr>
          <a:xfrm>
            <a:off x="7767571" y="1716457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2325" b="1" i="0" u="none" strike="noStrike" kern="1200" cap="none" spc="0" normalizeH="0" baseline="0" noProof="0" dirty="0">
                <a:ln>
                  <a:noFill/>
                </a:ln>
                <a:solidFill>
                  <a:srgbClr val="2D6B5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生物学背景</a:t>
            </a:r>
            <a:endParaRPr kumimoji="0" sz="2325" b="1" i="0" u="none" strike="noStrike" kern="1200" cap="none" spc="0" normalizeH="0" baseline="0" noProof="0" dirty="0">
              <a:ln>
                <a:noFill/>
              </a:ln>
              <a:solidFill>
                <a:srgbClr val="2D6B54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text-3-6">
            <a:extLst>
              <a:ext uri="{FF2B5EF4-FFF2-40B4-BE49-F238E27FC236}">
                <a16:creationId xmlns:a16="http://schemas.microsoft.com/office/drawing/2014/main" id="{A8D8309D-0F59-2EB9-276F-0151B1214613}"/>
              </a:ext>
            </a:extLst>
          </p:cNvPr>
          <p:cNvSpPr>
            <a:spLocks noGrp="1"/>
          </p:cNvSpPr>
          <p:nvPr/>
        </p:nvSpPr>
        <p:spPr>
          <a:xfrm>
            <a:off x="7767571" y="2304789"/>
            <a:ext cx="4201048" cy="15738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2325" b="0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</a:rPr>
              <a:t>测量细胞内基因表达量，将单细胞表示成高维向量。其中测量会杀死细胞</a:t>
            </a:r>
            <a:endParaRPr kumimoji="0" lang="en-US" altLang="zh-CN" sz="2325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kumimoji="0" lang="en-US" altLang="zh-CN" sz="2325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2325" b="0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</a:rPr>
              <a:t>观测：不同</a:t>
            </a:r>
            <a:r>
              <a:rPr kumimoji="0" lang="zh-CN" altLang="en-US" sz="2325" b="0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时间点的非配对快照</a:t>
            </a:r>
            <a:endParaRPr kumimoji="0" lang="en-US" altLang="zh-CN" sz="2325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2325" b="0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</a:rPr>
              <a:t>目标：推断连续时间动力学</a:t>
            </a:r>
            <a:endParaRPr kumimoji="0" sz="2325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text-3-7">
            <a:extLst>
              <a:ext uri="{FF2B5EF4-FFF2-40B4-BE49-F238E27FC236}">
                <a16:creationId xmlns:a16="http://schemas.microsoft.com/office/drawing/2014/main" id="{C59E8570-97C6-D121-5286-86B844FD0833}"/>
              </a:ext>
            </a:extLst>
          </p:cNvPr>
          <p:cNvSpPr>
            <a:spLocks noGrp="1"/>
          </p:cNvSpPr>
          <p:nvPr/>
        </p:nvSpPr>
        <p:spPr>
          <a:xfrm>
            <a:off x="792533" y="5212914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</a:rPr>
              <a:t>方法：依照最小作用量原则，利用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最优传输恢复满足观测的动力学中最节省能量的那一个。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推广：非平衡动力学、相互作用动力学、多尺度动力学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ADAC400-C7F6-3C65-82E6-8DEB95091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8" b="7120"/>
          <a:stretch>
            <a:fillRect/>
          </a:stretch>
        </p:blipFill>
        <p:spPr>
          <a:xfrm>
            <a:off x="685800" y="1940625"/>
            <a:ext cx="6791520" cy="282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3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F599A913-EF52-44C7-B777-1B24C106C57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动力学建模：带权粒子</a:t>
            </a:r>
            <a:endParaRPr sz="3300" b="1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5EAA23D4-3386-4A42-A62C-470A1F82A62B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 / 1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20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A29DB9A7-33AF-9C40-FEBA-78BB66475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67" y="4703747"/>
            <a:ext cx="3071327" cy="960831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68500175-9A7D-A995-DFB9-1BD9E48B1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894" y="4840911"/>
            <a:ext cx="6289602" cy="588765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E53843FA-37C2-D5E0-F2E8-6B111026C5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651" t="3380" r="19858" b="68325"/>
          <a:stretch>
            <a:fillRect/>
          </a:stretch>
        </p:blipFill>
        <p:spPr>
          <a:xfrm>
            <a:off x="1604282" y="3736538"/>
            <a:ext cx="2743200" cy="471538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C56043BD-CC5A-A05B-153E-3313D8EB89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221" t="7904" r="23101" b="66621"/>
          <a:stretch>
            <a:fillRect/>
          </a:stretch>
        </p:blipFill>
        <p:spPr>
          <a:xfrm>
            <a:off x="1565603" y="2718252"/>
            <a:ext cx="1906946" cy="359866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77CE20CA-A525-5232-A8B7-10F9B1B6CB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0" t="58568" r="-1"/>
          <a:stretch>
            <a:fillRect/>
          </a:stretch>
        </p:blipFill>
        <p:spPr>
          <a:xfrm>
            <a:off x="6090758" y="3627074"/>
            <a:ext cx="4786134" cy="690466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36A6FE58-BA37-CC20-4905-F3D3894463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754" t="73979"/>
          <a:stretch>
            <a:fillRect/>
          </a:stretch>
        </p:blipFill>
        <p:spPr>
          <a:xfrm>
            <a:off x="6456865" y="2733389"/>
            <a:ext cx="3647274" cy="367589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DB87F29F-1532-6FAA-2BC6-83FB4336EC18}"/>
              </a:ext>
            </a:extLst>
          </p:cNvPr>
          <p:cNvSpPr txBox="1"/>
          <p:nvPr/>
        </p:nvSpPr>
        <p:spPr>
          <a:xfrm>
            <a:off x="7152303" y="3078118"/>
            <a:ext cx="225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Continuity equation</a:t>
            </a:r>
            <a:endParaRPr lang="zh-CN" altLang="en-US" dirty="0">
              <a:solidFill>
                <a:prstClr val="black"/>
              </a:solidFill>
              <a:latin typeface="Adobe Caslon Pro"/>
              <a:ea typeface="等线" panose="02010600030101010101" pitchFamily="2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D844278-DEA3-B57A-C516-4D2E34D36B9B}"/>
              </a:ext>
            </a:extLst>
          </p:cNvPr>
          <p:cNvSpPr txBox="1"/>
          <p:nvPr/>
        </p:nvSpPr>
        <p:spPr>
          <a:xfrm>
            <a:off x="7089200" y="4209893"/>
            <a:ext cx="278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Fokker-Planck equation</a:t>
            </a:r>
            <a:endParaRPr lang="zh-CN" altLang="en-US" dirty="0">
              <a:solidFill>
                <a:prstClr val="black"/>
              </a:solidFill>
              <a:latin typeface="Adobe Caslon Pro"/>
              <a:ea typeface="等线" panose="02010600030101010101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FA65A35-057E-A8EF-5204-49209B99AD0E}"/>
              </a:ext>
            </a:extLst>
          </p:cNvPr>
          <p:cNvSpPr txBox="1"/>
          <p:nvPr/>
        </p:nvSpPr>
        <p:spPr>
          <a:xfrm>
            <a:off x="6597299" y="5479912"/>
            <a:ext cx="410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Fokker-Planck equation with source</a:t>
            </a:r>
            <a:endParaRPr lang="zh-CN" altLang="en-US" dirty="0">
              <a:solidFill>
                <a:prstClr val="black"/>
              </a:solidFill>
              <a:latin typeface="Adobe Caslon Pro"/>
              <a:ea typeface="等线" panose="02010600030101010101" pitchFamily="2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0A78F8C-3BDB-63D5-EDF8-E7B6172361B3}"/>
              </a:ext>
            </a:extLst>
          </p:cNvPr>
          <p:cNvSpPr txBox="1"/>
          <p:nvPr/>
        </p:nvSpPr>
        <p:spPr>
          <a:xfrm>
            <a:off x="1953731" y="3078118"/>
            <a:ext cx="69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ODE</a:t>
            </a:r>
            <a:endParaRPr lang="zh-CN" altLang="en-US" dirty="0">
              <a:solidFill>
                <a:prstClr val="black"/>
              </a:solidFill>
              <a:latin typeface="Adobe Caslon Pro"/>
              <a:ea typeface="等线" panose="02010600030101010101" pitchFamily="2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2EE1950-B25E-EC54-A053-8A866959E14C}"/>
              </a:ext>
            </a:extLst>
          </p:cNvPr>
          <p:cNvSpPr txBox="1"/>
          <p:nvPr/>
        </p:nvSpPr>
        <p:spPr>
          <a:xfrm>
            <a:off x="1953731" y="4132874"/>
            <a:ext cx="69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SDE</a:t>
            </a:r>
            <a:endParaRPr lang="zh-CN" altLang="en-US" dirty="0">
              <a:solidFill>
                <a:prstClr val="black"/>
              </a:solidFill>
              <a:latin typeface="Adobe Caslon Pro"/>
              <a:ea typeface="等线" panose="02010600030101010101" pitchFamily="2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2F5636B-ECC6-ED7F-3085-42032D7D4236}"/>
              </a:ext>
            </a:extLst>
          </p:cNvPr>
          <p:cNvSpPr txBox="1"/>
          <p:nvPr/>
        </p:nvSpPr>
        <p:spPr>
          <a:xfrm>
            <a:off x="1953731" y="5681453"/>
            <a:ext cx="186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Weighted SDE</a:t>
            </a:r>
            <a:endParaRPr lang="zh-CN" altLang="en-US" dirty="0">
              <a:solidFill>
                <a:prstClr val="black"/>
              </a:solidFill>
              <a:latin typeface="Adobe Caslon Pro"/>
              <a:ea typeface="等线" panose="02010600030101010101" pitchFamily="2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BD93CF4-71E7-494C-5794-CDF2BFE24F58}"/>
              </a:ext>
            </a:extLst>
          </p:cNvPr>
          <p:cNvSpPr txBox="1"/>
          <p:nvPr/>
        </p:nvSpPr>
        <p:spPr>
          <a:xfrm>
            <a:off x="1472262" y="1839520"/>
            <a:ext cx="3007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个体动力学（粒子）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68E08E4-C0EE-FB58-9962-4169DC23E3CE}"/>
              </a:ext>
            </a:extLst>
          </p:cNvPr>
          <p:cNvSpPr txBox="1"/>
          <p:nvPr/>
        </p:nvSpPr>
        <p:spPr>
          <a:xfrm>
            <a:off x="7089200" y="1835916"/>
            <a:ext cx="2863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Adobe Caslon Pro"/>
                <a:ea typeface="等线" panose="02010600030101010101" pitchFamily="2" charset="-122"/>
              </a:rPr>
              <a:t>群体动力学（测度）</a:t>
            </a:r>
          </a:p>
        </p:txBody>
      </p:sp>
    </p:spTree>
    <p:extLst>
      <p:ext uri="{BB962C8B-B14F-4D97-AF65-F5344CB8AC3E}">
        <p14:creationId xmlns:p14="http://schemas.microsoft.com/office/powerpoint/2010/main" val="105172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F9E93-73EA-6E94-2DB4-19979D45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BFFA28B4-5836-2D95-0A61-B382A1F4BBB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动力学建模：</a:t>
            </a:r>
            <a:r>
              <a:rPr lang="zh-CN" altLang="en-US" dirty="0"/>
              <a:t>最优传输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B023F63D-CFD8-438D-3D13-B7DA57D43085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5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 / 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A6B75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C5697A-4689-59AE-409C-51C8CFAD75E8}"/>
              </a:ext>
            </a:extLst>
          </p:cNvPr>
          <p:cNvSpPr txBox="1">
            <a:spLocks/>
          </p:cNvSpPr>
          <p:nvPr/>
        </p:nvSpPr>
        <p:spPr>
          <a:xfrm>
            <a:off x="502701" y="1523018"/>
            <a:ext cx="10515600" cy="43513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zh-CN" altLang="en-US" kern="0" dirty="0"/>
              <a:t>静态形式（</a:t>
            </a:r>
            <a:r>
              <a:rPr lang="en-US" altLang="zh-CN" kern="0" dirty="0">
                <a:latin typeface="Adobe Caslon Pro"/>
              </a:rPr>
              <a:t>Kantorovich</a:t>
            </a:r>
            <a:r>
              <a:rPr lang="zh-CN" altLang="en-US" kern="0" dirty="0"/>
              <a:t>）</a:t>
            </a:r>
            <a:endParaRPr lang="en-US" altLang="zh-CN" kern="0" dirty="0"/>
          </a:p>
          <a:p>
            <a:endParaRPr lang="en-US" altLang="zh-CN" kern="0" dirty="0"/>
          </a:p>
          <a:p>
            <a:endParaRPr lang="en-US" altLang="zh-CN" kern="0" dirty="0">
              <a:latin typeface="Adobe Caslon Pro"/>
            </a:endParaRPr>
          </a:p>
          <a:p>
            <a:pPr marL="0" indent="0">
              <a:buNone/>
            </a:pPr>
            <a:endParaRPr lang="en-US" altLang="zh-CN" kern="0" dirty="0">
              <a:latin typeface="Adobe Caslon Pro"/>
            </a:endParaRPr>
          </a:p>
          <a:p>
            <a:pPr marL="0" indent="0">
              <a:buNone/>
            </a:pPr>
            <a:r>
              <a:rPr lang="zh-CN" altLang="en-US" kern="0" dirty="0">
                <a:latin typeface="Adobe Caslon Pro"/>
              </a:rPr>
              <a:t>动态形式（</a:t>
            </a:r>
            <a:r>
              <a:rPr lang="en-US" altLang="zh-CN" kern="0" dirty="0" err="1">
                <a:latin typeface="Adobe Caslon Pro"/>
              </a:rPr>
              <a:t>Benamou</a:t>
            </a:r>
            <a:r>
              <a:rPr lang="en-US" altLang="zh-CN" kern="0" dirty="0">
                <a:latin typeface="Adobe Caslon Pro"/>
              </a:rPr>
              <a:t>,</a:t>
            </a:r>
            <a:r>
              <a:rPr lang="zh-CN" altLang="en-US" kern="0" dirty="0">
                <a:latin typeface="Adobe Caslon Pro"/>
              </a:rPr>
              <a:t> </a:t>
            </a:r>
            <a:r>
              <a:rPr lang="en-US" altLang="zh-CN" kern="0" dirty="0">
                <a:latin typeface="Adobe Caslon Pro"/>
              </a:rPr>
              <a:t>Brenier</a:t>
            </a:r>
            <a:r>
              <a:rPr lang="zh-CN" altLang="en-US" kern="0" dirty="0">
                <a:latin typeface="Adobe Caslon Pro"/>
              </a:rPr>
              <a:t>）</a:t>
            </a:r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  <a:p>
            <a:pPr marL="0" indent="0">
              <a:buNone/>
            </a:pPr>
            <a:r>
              <a:rPr lang="zh-CN" altLang="en-US" kern="0" dirty="0">
                <a:latin typeface="Adobe Caslon Pro"/>
              </a:rPr>
              <a:t>范式：动力学</a:t>
            </a:r>
            <a:r>
              <a:rPr lang="en-US" altLang="zh-CN" kern="0" dirty="0">
                <a:latin typeface="Adobe Caslon Pro"/>
              </a:rPr>
              <a:t> = </a:t>
            </a:r>
            <a:r>
              <a:rPr lang="zh-CN" altLang="en-US" kern="0" dirty="0">
                <a:latin typeface="Adobe Caslon Pro"/>
              </a:rPr>
              <a:t>静态传输耦合</a:t>
            </a:r>
            <a:r>
              <a:rPr lang="en-US" altLang="zh-CN" kern="0" dirty="0">
                <a:latin typeface="Adobe Caslon Pro"/>
              </a:rPr>
              <a:t>/coupling + </a:t>
            </a:r>
            <a:r>
              <a:rPr lang="zh-CN" altLang="en-US" kern="0" dirty="0">
                <a:latin typeface="Adobe Caslon Pro"/>
              </a:rPr>
              <a:t>条件路径</a:t>
            </a:r>
            <a:r>
              <a:rPr lang="en-US" altLang="zh-CN" kern="0" dirty="0">
                <a:latin typeface="Adobe Caslon Pro"/>
              </a:rPr>
              <a:t>/travelling Dirac</a:t>
            </a:r>
          </a:p>
          <a:p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  <a:p>
            <a:endParaRPr lang="en-US" altLang="zh-CN" kern="0" dirty="0">
              <a:latin typeface="Adobe Caslon Pro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456534-BED0-A124-DAEB-6EDFA5FB3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41" y="2138596"/>
            <a:ext cx="4625191" cy="11858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22B379-08B3-FAD3-7FED-D7AEE1636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95" y="3976194"/>
            <a:ext cx="4571577" cy="10246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725DD9-1515-34FE-4B72-A423A2115013}"/>
              </a:ext>
            </a:extLst>
          </p:cNvPr>
          <p:cNvSpPr txBox="1"/>
          <p:nvPr/>
        </p:nvSpPr>
        <p:spPr>
          <a:xfrm>
            <a:off x="3675937" y="5846942"/>
            <a:ext cx="248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dobe Caslon Pro"/>
              </a:rPr>
              <a:t>质量运输计划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E5A5AA-D549-4B73-9730-1E73C4647357}"/>
              </a:ext>
            </a:extLst>
          </p:cNvPr>
          <p:cNvSpPr txBox="1"/>
          <p:nvPr/>
        </p:nvSpPr>
        <p:spPr>
          <a:xfrm>
            <a:off x="7449509" y="5874356"/>
            <a:ext cx="248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dobe Caslon Pro"/>
              </a:rPr>
              <a:t>质量运输实现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EB2468-06A0-7D1E-8779-3EFA1099F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446" y="4901963"/>
            <a:ext cx="4391554" cy="47239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8D5464C-9E9F-AEA5-83F3-996B0AD2B5AB}"/>
              </a:ext>
            </a:extLst>
          </p:cNvPr>
          <p:cNvSpPr/>
          <p:nvPr/>
        </p:nvSpPr>
        <p:spPr>
          <a:xfrm>
            <a:off x="6347870" y="5342776"/>
            <a:ext cx="204452" cy="4999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0ECAF79-A04D-03B9-4F7A-39342D2E5FFE}"/>
              </a:ext>
            </a:extLst>
          </p:cNvPr>
          <p:cNvCxnSpPr>
            <a:cxnSpLocks/>
          </p:cNvCxnSpPr>
          <p:nvPr/>
        </p:nvCxnSpPr>
        <p:spPr>
          <a:xfrm flipV="1">
            <a:off x="6453644" y="4963967"/>
            <a:ext cx="0" cy="3710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6B030E2-A11C-15AF-96A3-53163DD5AA97}"/>
              </a:ext>
            </a:extLst>
          </p:cNvPr>
          <p:cNvSpPr txBox="1"/>
          <p:nvPr/>
        </p:nvSpPr>
        <p:spPr>
          <a:xfrm>
            <a:off x="5804973" y="4501046"/>
            <a:ext cx="340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dobe Caslon Pro"/>
              </a:rPr>
              <a:t>通过流匹配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/flow matching</a:t>
            </a:r>
            <a:r>
              <a:rPr lang="zh-CN" altLang="en-US" b="1" dirty="0">
                <a:solidFill>
                  <a:srgbClr val="FF0000"/>
                </a:solidFill>
                <a:latin typeface="Adobe Caslon Pro"/>
              </a:rPr>
              <a:t>实现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79EC050-04FB-4DE7-2C71-B571D9121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621" y="1232667"/>
            <a:ext cx="5923872" cy="144453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362E007-9853-1452-8AF4-D1D3CF5D24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4973" y="2883631"/>
            <a:ext cx="6130946" cy="139168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42A9325A-0541-B83A-15EE-7C68481828C8}"/>
              </a:ext>
            </a:extLst>
          </p:cNvPr>
          <p:cNvSpPr txBox="1"/>
          <p:nvPr/>
        </p:nvSpPr>
        <p:spPr>
          <a:xfrm>
            <a:off x="7111753" y="4311641"/>
            <a:ext cx="348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Y. Lipman et. al, Flow Matching Guide and Code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9883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EAAB388E-D463-4A31-857C-353FF682094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1.</a:t>
            </a:r>
            <a:r>
              <a:rPr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非平衡动力学</a:t>
            </a:r>
            <a:r>
              <a:rPr lang="zh-CN" altLang="en-US" dirty="0"/>
              <a:t>：</a:t>
            </a:r>
            <a:r>
              <a:rPr lang="en-US" altLang="zh-CN" dirty="0"/>
              <a:t>Wasserstein-Fisher-Rao</a:t>
            </a:r>
            <a:endParaRPr sz="3300" b="1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4-2">
            <a:extLst>
              <a:ext uri="{FF2B5EF4-FFF2-40B4-BE49-F238E27FC236}">
                <a16:creationId xmlns:a16="http://schemas.microsoft.com/office/drawing/2014/main" id="{6C679272-1C19-40C8-83C4-32D0AF3CA980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>
              <a:lnSpc>
                <a:spcPct val="118000"/>
              </a:lnSpc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1725" b="0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0C19D42-AB58-4F06-8177-729E93FA28CE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6</a:t>
            </a: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 / 1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20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1D0029-A588-42C2-BE48-369C0106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944" t="21767" r="17440" b="66056"/>
          <a:stretch/>
        </p:blipFill>
        <p:spPr>
          <a:xfrm>
            <a:off x="714375" y="1609725"/>
            <a:ext cx="10744200" cy="1581150"/>
          </a:xfrm>
          <a:prstGeom prst="rect">
            <a:avLst/>
          </a:prstGeom>
        </p:spPr>
      </p:pic>
      <p:sp>
        <p:nvSpPr>
          <p:cNvPr id="5" name="text-4-5">
            <a:extLst>
              <a:ext uri="{FF2B5EF4-FFF2-40B4-BE49-F238E27FC236}">
                <a16:creationId xmlns:a16="http://schemas.microsoft.com/office/drawing/2014/main" id="{39B856AE-8993-4E30-972A-39C40EAA2FC0}"/>
              </a:ext>
            </a:extLst>
          </p:cNvPr>
          <p:cNvSpPr>
            <a:spLocks noGrp="1"/>
          </p:cNvSpPr>
          <p:nvPr/>
        </p:nvSpPr>
        <p:spPr>
          <a:xfrm>
            <a:off x="714375" y="3457575"/>
            <a:ext cx="4810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250" b="1" dirty="0">
                <a:solidFill>
                  <a:srgbClr val="2D6B54"/>
                </a:solidFill>
                <a:latin typeface="Noto Sans SC"/>
                <a:ea typeface="Noto Sans SC"/>
                <a:cs typeface="Noto Sans SC"/>
              </a:rPr>
              <a:t>利用非平衡最优传输同时建模细胞状态变化与增殖凋亡</a:t>
            </a:r>
            <a:endParaRPr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text-4-6">
            <a:extLst>
              <a:ext uri="{FF2B5EF4-FFF2-40B4-BE49-F238E27FC236}">
                <a16:creationId xmlns:a16="http://schemas.microsoft.com/office/drawing/2014/main" id="{AF718F8C-1064-4C9B-BA08-80F5F4F792C7}"/>
              </a:ext>
            </a:extLst>
          </p:cNvPr>
          <p:cNvSpPr>
            <a:spLocks noGrp="1"/>
          </p:cNvSpPr>
          <p:nvPr/>
        </p:nvSpPr>
        <p:spPr>
          <a:xfrm>
            <a:off x="714375" y="4448518"/>
            <a:ext cx="4810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 dirty="0" err="1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二次增长惩罚</a:t>
            </a:r>
            <a:endParaRPr sz="2475" b="1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text-4-7">
            <a:extLst>
              <a:ext uri="{FF2B5EF4-FFF2-40B4-BE49-F238E27FC236}">
                <a16:creationId xmlns:a16="http://schemas.microsoft.com/office/drawing/2014/main" id="{5A569323-3BBC-4E59-9105-C6A34FEE8BC8}"/>
              </a:ext>
            </a:extLst>
          </p:cNvPr>
          <p:cNvSpPr>
            <a:spLocks noGrp="1"/>
          </p:cNvSpPr>
          <p:nvPr/>
        </p:nvSpPr>
        <p:spPr>
          <a:xfrm>
            <a:off x="714375" y="4973284"/>
            <a:ext cx="481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00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首次提出了非平衡流匹配算法</a:t>
            </a:r>
            <a:endParaRPr lang="en-US" altLang="zh-CN"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求解了</a:t>
            </a:r>
            <a:r>
              <a:rPr lang="en-US" altLang="zh-CN" dirty="0"/>
              <a:t>WFR</a:t>
            </a:r>
            <a:r>
              <a:rPr lang="zh-CN" altLang="en-US" dirty="0"/>
              <a:t>测地线</a:t>
            </a:r>
            <a:endParaRPr lang="en-US" altLang="zh-CN" dirty="0"/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00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条件路径和传输代价有解析式</a:t>
            </a:r>
            <a:endParaRPr lang="en-US" altLang="zh-CN"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05384C3E-FC00-61C8-414F-0253AF8F0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945" y="3837454"/>
            <a:ext cx="6903408" cy="112149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ED91C18B-7830-D752-D526-89091BA57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945" y="5055087"/>
            <a:ext cx="6215905" cy="1752646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A34A956A-4E9B-3AAE-53CA-247FCC0176E2}"/>
              </a:ext>
            </a:extLst>
          </p:cNvPr>
          <p:cNvSpPr txBox="1"/>
          <p:nvPr/>
        </p:nvSpPr>
        <p:spPr>
          <a:xfrm>
            <a:off x="2539753" y="6283146"/>
            <a:ext cx="3708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Q. Peng et. al, </a:t>
            </a:r>
            <a:r>
              <a:rPr lang="zh-CN" altLang="zh-CN" sz="1200" dirty="0"/>
              <a:t>WFR-FM: S</a:t>
            </a:r>
            <a:r>
              <a:rPr lang="en-US" altLang="zh-CN" sz="1200" dirty="0" err="1"/>
              <a:t>imulation</a:t>
            </a:r>
            <a:r>
              <a:rPr lang="zh-CN" altLang="zh-CN" sz="1200" dirty="0"/>
              <a:t>-</a:t>
            </a:r>
            <a:r>
              <a:rPr lang="en-US" altLang="zh-CN" sz="1200" dirty="0"/>
              <a:t>free</a:t>
            </a:r>
            <a:r>
              <a:rPr lang="zh-CN" altLang="zh-CN" sz="1200" dirty="0"/>
              <a:t> D</a:t>
            </a:r>
            <a:r>
              <a:rPr lang="en-US" altLang="zh-CN" sz="1200" dirty="0" err="1"/>
              <a:t>ynamic</a:t>
            </a:r>
            <a:r>
              <a:rPr lang="zh-CN" altLang="zh-CN" sz="1200" dirty="0"/>
              <a:t> U</a:t>
            </a:r>
            <a:r>
              <a:rPr lang="en-US" altLang="zh-CN" sz="1200" dirty="0" err="1"/>
              <a:t>nbalanced</a:t>
            </a:r>
            <a:r>
              <a:rPr lang="zh-CN" altLang="zh-CN" sz="1200" dirty="0"/>
              <a:t> </a:t>
            </a:r>
            <a:r>
              <a:rPr lang="en-US" altLang="zh-CN" sz="1200" dirty="0"/>
              <a:t>Optimal Transport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4960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34C53-7317-F46A-405F-6F4651F6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2B3145FE-34D6-4EBD-9415-122FDAC0E86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dirty="0"/>
              <a:t>1</a:t>
            </a: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.</a:t>
            </a: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非平衡动力学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</a:rPr>
              <a:t>：一般</a:t>
            </a:r>
            <a:r>
              <a:rPr lang="zh-CN" altLang="en-US" dirty="0"/>
              <a:t>非平衡最优传输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4-2">
            <a:extLst>
              <a:ext uri="{FF2B5EF4-FFF2-40B4-BE49-F238E27FC236}">
                <a16:creationId xmlns:a16="http://schemas.microsoft.com/office/drawing/2014/main" id="{80614245-2DA1-932E-23DE-9F5D0561982F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lvl="0">
              <a:lnSpc>
                <a:spcPct val="118000"/>
              </a:lnSpc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kumimoji="0" sz="1725" b="0" i="0" u="none" strike="noStrike" kern="1200" cap="none" spc="0" normalizeH="0" baseline="0" noProof="0" dirty="0">
              <a:ln>
                <a:noFill/>
              </a:ln>
              <a:solidFill>
                <a:srgbClr val="2D6B54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4D65B46-77E8-A846-85CA-5857A2F4128C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7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 / 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A6B75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text-4-8">
            <a:extLst>
              <a:ext uri="{FF2B5EF4-FFF2-40B4-BE49-F238E27FC236}">
                <a16:creationId xmlns:a16="http://schemas.microsoft.com/office/drawing/2014/main" id="{CA23FE53-2A58-7056-544C-F8CC445EE940}"/>
              </a:ext>
            </a:extLst>
          </p:cNvPr>
          <p:cNvSpPr>
            <a:spLocks noGrp="1"/>
          </p:cNvSpPr>
          <p:nvPr/>
        </p:nvSpPr>
        <p:spPr>
          <a:xfrm>
            <a:off x="808885" y="1681406"/>
            <a:ext cx="48672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kumimoji="0" sz="2250" b="1" i="0" u="none" strike="noStrike" kern="1200" cap="none" spc="0" normalizeH="0" baseline="0" noProof="0" dirty="0">
              <a:ln>
                <a:noFill/>
              </a:ln>
              <a:solidFill>
                <a:srgbClr val="2D6B54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text-4-9">
            <a:extLst>
              <a:ext uri="{FF2B5EF4-FFF2-40B4-BE49-F238E27FC236}">
                <a16:creationId xmlns:a16="http://schemas.microsoft.com/office/drawing/2014/main" id="{19385029-1B5E-A332-C719-2EBFF9495AFA}"/>
              </a:ext>
            </a:extLst>
          </p:cNvPr>
          <p:cNvSpPr>
            <a:spLocks noGrp="1"/>
          </p:cNvSpPr>
          <p:nvPr/>
        </p:nvSpPr>
        <p:spPr>
          <a:xfrm>
            <a:off x="808885" y="2126342"/>
            <a:ext cx="486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zh-CN" altLang="en-US" sz="2475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允许</a:t>
            </a:r>
            <a:r>
              <a:rPr kumimoji="0" sz="2475" b="1" i="0" u="none" strike="noStrike" kern="1200" cap="none" spc="0" normalizeH="0" baseline="0" noProof="0" dirty="0" err="1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一般凸增长惩罚</a:t>
            </a:r>
            <a:endParaRPr kumimoji="0" sz="2475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text-4-10">
            <a:extLst>
              <a:ext uri="{FF2B5EF4-FFF2-40B4-BE49-F238E27FC236}">
                <a16:creationId xmlns:a16="http://schemas.microsoft.com/office/drawing/2014/main" id="{5DCAD4D2-E3B2-4BB0-2A2F-411DA76BF8C9}"/>
              </a:ext>
            </a:extLst>
          </p:cNvPr>
          <p:cNvSpPr>
            <a:spLocks noGrp="1"/>
          </p:cNvSpPr>
          <p:nvPr/>
        </p:nvSpPr>
        <p:spPr>
          <a:xfrm>
            <a:off x="808885" y="2716892"/>
            <a:ext cx="48672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WFR-FM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的全流程数值实现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不需要条件路径和传输代价有封闭形式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7B14A73-AE2B-21F7-3207-A8B80EC54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322" y="2081456"/>
            <a:ext cx="6531599" cy="91986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0900241-CB87-958C-3FA3-A940B9BAB082}"/>
              </a:ext>
            </a:extLst>
          </p:cNvPr>
          <p:cNvSpPr/>
          <p:nvPr/>
        </p:nvSpPr>
        <p:spPr>
          <a:xfrm>
            <a:off x="9630500" y="2133911"/>
            <a:ext cx="901546" cy="4999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D5133ED-73A5-B132-3DE3-3C4AE524C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921" y="3429000"/>
            <a:ext cx="6096000" cy="269765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31A05DA-3741-2855-15F7-CD9A6176A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36" y="3839965"/>
            <a:ext cx="4867275" cy="216291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5975E2C-9EEA-BEE5-01A0-0D86B6DF911C}"/>
              </a:ext>
            </a:extLst>
          </p:cNvPr>
          <p:cNvSpPr txBox="1"/>
          <p:nvPr/>
        </p:nvSpPr>
        <p:spPr>
          <a:xfrm>
            <a:off x="4343671" y="6316323"/>
            <a:ext cx="348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J. Ying et. al, </a:t>
            </a:r>
            <a:r>
              <a:rPr lang="zh-CN" altLang="zh-CN" sz="1200" dirty="0"/>
              <a:t>Simulation-free Unbalanced Dynamic Optimal Transport with General Growth Penalt</a:t>
            </a:r>
            <a:r>
              <a:rPr lang="en-US" altLang="zh-CN" sz="1200" dirty="0"/>
              <a:t>y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4628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2BA85A5F-09A8-43FB-856A-7AEFEDC1DEE9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dirty="0"/>
              <a:t>1</a:t>
            </a:r>
            <a:r>
              <a:rPr lang="en-US" altLang="zh-CN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.</a:t>
            </a:r>
            <a:r>
              <a:rPr lang="zh-CN" alt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非平衡动力学：</a:t>
            </a:r>
            <a:r>
              <a:rPr sz="3300" b="1" dirty="0" err="1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随机</a:t>
            </a:r>
            <a:r>
              <a:rPr lang="zh-CN" altLang="en-US" dirty="0"/>
              <a:t>噪声</a:t>
            </a:r>
            <a:r>
              <a:rPr sz="3300" b="1" dirty="0" err="1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与离散生灭</a:t>
            </a:r>
            <a:endParaRPr sz="3300" b="1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5-2">
            <a:extLst>
              <a:ext uri="{FF2B5EF4-FFF2-40B4-BE49-F238E27FC236}">
                <a16:creationId xmlns:a16="http://schemas.microsoft.com/office/drawing/2014/main" id="{4B4963E6-8286-4034-9AFD-1D245417518B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1725" b="0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20E4519A-7F75-4504-BE4A-73E3CDE5BF79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8</a:t>
            </a: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 / 1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20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64E2D8-289B-4B69-B912-38C29620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46" t="35129" r="17831" b="50754"/>
          <a:stretch/>
        </p:blipFill>
        <p:spPr>
          <a:xfrm>
            <a:off x="1227474" y="1566582"/>
            <a:ext cx="9737051" cy="1673151"/>
          </a:xfrm>
          <a:prstGeom prst="rect">
            <a:avLst/>
          </a:prstGeom>
        </p:spPr>
      </p:pic>
      <p:sp>
        <p:nvSpPr>
          <p:cNvPr id="5" name="text-5-5">
            <a:extLst>
              <a:ext uri="{FF2B5EF4-FFF2-40B4-BE49-F238E27FC236}">
                <a16:creationId xmlns:a16="http://schemas.microsoft.com/office/drawing/2014/main" id="{5FD0D0D4-DEA4-4BE5-8E3F-510E21485F58}"/>
              </a:ext>
            </a:extLst>
          </p:cNvPr>
          <p:cNvSpPr>
            <a:spLocks noGrp="1"/>
          </p:cNvSpPr>
          <p:nvPr/>
        </p:nvSpPr>
        <p:spPr>
          <a:xfrm>
            <a:off x="845943" y="3705635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在</a:t>
            </a:r>
            <a:r>
              <a:rPr lang="zh-CN" altLang="en-US" sz="2250" b="1" dirty="0">
                <a:solidFill>
                  <a:srgbClr val="2D6B54"/>
                </a:solidFill>
                <a:latin typeface="Noto Sans SC"/>
                <a:ea typeface="Noto Sans SC"/>
                <a:cs typeface="Noto Sans SC"/>
              </a:rPr>
              <a:t>单细胞尺度建模分裂与凋亡</a:t>
            </a:r>
            <a:endParaRPr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text-5-6">
            <a:extLst>
              <a:ext uri="{FF2B5EF4-FFF2-40B4-BE49-F238E27FC236}">
                <a16:creationId xmlns:a16="http://schemas.microsoft.com/office/drawing/2014/main" id="{0E79088F-70E4-470A-A0DA-303005A056B7}"/>
              </a:ext>
            </a:extLst>
          </p:cNvPr>
          <p:cNvSpPr>
            <a:spLocks noGrp="1"/>
          </p:cNvSpPr>
          <p:nvPr/>
        </p:nvSpPr>
        <p:spPr>
          <a:xfrm>
            <a:off x="845943" y="4258085"/>
            <a:ext cx="4857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引入分支随机过程</a:t>
            </a:r>
            <a:endParaRPr lang="en-US" altLang="zh-CN" dirty="0"/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00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轨迹加入随机性</a:t>
            </a:r>
            <a:endParaRPr lang="en-US" altLang="zh-CN"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质量建模从粒子权重变成粒子数目</a:t>
            </a:r>
            <a:endParaRPr lang="en-US"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同时建模生物过程中的噪声和离散生灭</a:t>
            </a:r>
            <a:endParaRPr lang="en-US" altLang="zh-CN" dirty="0"/>
          </a:p>
        </p:txBody>
      </p:sp>
      <p:sp>
        <p:nvSpPr>
          <p:cNvPr id="7" name="text-5-7">
            <a:extLst>
              <a:ext uri="{FF2B5EF4-FFF2-40B4-BE49-F238E27FC236}">
                <a16:creationId xmlns:a16="http://schemas.microsoft.com/office/drawing/2014/main" id="{5F517002-1A8E-4B61-9591-E89C07BBCD58}"/>
              </a:ext>
            </a:extLst>
          </p:cNvPr>
          <p:cNvSpPr>
            <a:spLocks noGrp="1"/>
          </p:cNvSpPr>
          <p:nvPr/>
        </p:nvSpPr>
        <p:spPr>
          <a:xfrm>
            <a:off x="6610350" y="3363558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text-5-8">
            <a:extLst>
              <a:ext uri="{FF2B5EF4-FFF2-40B4-BE49-F238E27FC236}">
                <a16:creationId xmlns:a16="http://schemas.microsoft.com/office/drawing/2014/main" id="{6A2DC570-E138-43DD-8403-C9BB70150F27}"/>
              </a:ext>
            </a:extLst>
          </p:cNvPr>
          <p:cNvSpPr>
            <a:spLocks noGrp="1"/>
          </p:cNvSpPr>
          <p:nvPr/>
        </p:nvSpPr>
        <p:spPr>
          <a:xfrm>
            <a:off x="6610350" y="3916008"/>
            <a:ext cx="4857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sz="2100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188949-9FF6-FB5D-8604-237A83EFC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363558"/>
            <a:ext cx="4331544" cy="339473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25C0ECF-74A5-F8B1-3332-F31FF0982088}"/>
              </a:ext>
            </a:extLst>
          </p:cNvPr>
          <p:cNvSpPr txBox="1"/>
          <p:nvPr/>
        </p:nvSpPr>
        <p:spPr>
          <a:xfrm>
            <a:off x="896580" y="6198542"/>
            <a:ext cx="4425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J. Ying et. al, </a:t>
            </a:r>
            <a:r>
              <a:rPr lang="zh-CN" altLang="zh-CN" sz="1200" dirty="0"/>
              <a:t>Beyond Continuity: Simulation-free Reconstruction of Discrete Branching Dynamics from Single-cell Snapshots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640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DE53F-A29B-6E80-B318-329181AD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03F29AAD-CCB5-1842-C66D-182797235A6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2.</a:t>
            </a: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相互作用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动力学：生物背景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6-2">
            <a:extLst>
              <a:ext uri="{FF2B5EF4-FFF2-40B4-BE49-F238E27FC236}">
                <a16:creationId xmlns:a16="http://schemas.microsoft.com/office/drawing/2014/main" id="{385105E8-6CFA-24A3-597F-45400B30968E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kumimoji="0" sz="1725" b="0" i="0" u="none" strike="noStrike" kern="1200" cap="none" spc="0" normalizeH="0" baseline="0" noProof="0" dirty="0">
              <a:ln>
                <a:noFill/>
              </a:ln>
              <a:solidFill>
                <a:srgbClr val="2D6B54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1E71250-2FDE-2B69-A63C-32E2FD4FF4B7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9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 / 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A6B75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text-6-8">
            <a:extLst>
              <a:ext uri="{FF2B5EF4-FFF2-40B4-BE49-F238E27FC236}">
                <a16:creationId xmlns:a16="http://schemas.microsoft.com/office/drawing/2014/main" id="{692A50DB-519D-5B07-9AD6-5D7D756F7F38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96012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text-6-10">
            <a:extLst>
              <a:ext uri="{FF2B5EF4-FFF2-40B4-BE49-F238E27FC236}">
                <a16:creationId xmlns:a16="http://schemas.microsoft.com/office/drawing/2014/main" id="{49027563-5C13-0D0B-A5F8-1FF1133B0302}"/>
              </a:ext>
            </a:extLst>
          </p:cNvPr>
          <p:cNvSpPr>
            <a:spLocks noGrp="1"/>
          </p:cNvSpPr>
          <p:nvPr/>
        </p:nvSpPr>
        <p:spPr>
          <a:xfrm>
            <a:off x="1828800" y="6000750"/>
            <a:ext cx="9601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402A1-EAA5-C3A9-290E-8FECF06B63B2}"/>
              </a:ext>
            </a:extLst>
          </p:cNvPr>
          <p:cNvSpPr txBox="1"/>
          <p:nvPr/>
        </p:nvSpPr>
        <p:spPr>
          <a:xfrm>
            <a:off x="8898340" y="2729552"/>
            <a:ext cx="163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3662A31-4460-E188-701B-1037C14C3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53" y="2553366"/>
            <a:ext cx="5327416" cy="273665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228FDA6-A6FE-5EFD-7061-31052A882C2D}"/>
              </a:ext>
            </a:extLst>
          </p:cNvPr>
          <p:cNvSpPr txBox="1"/>
          <p:nvPr/>
        </p:nvSpPr>
        <p:spPr>
          <a:xfrm>
            <a:off x="1089462" y="5633514"/>
            <a:ext cx="461976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Z. Zhang et. al, </a:t>
            </a:r>
            <a:r>
              <a:rPr lang="zh-CN" altLang="zh-CN" sz="1200" dirty="0"/>
              <a:t>Modeling Cell Dynamics and Interactions with Unbalanced Mean Field Schrödinger Bridge</a:t>
            </a:r>
            <a:r>
              <a:rPr lang="en-US" altLang="zh-CN" sz="1200" dirty="0"/>
              <a:t>. </a:t>
            </a:r>
            <a:endParaRPr lang="zh-CN" altLang="en-US" sz="12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47D3ACC-C09C-4FA7-F759-B776162DC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173" y="2553366"/>
            <a:ext cx="3955312" cy="281955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9E226D2-A9D2-9874-D990-3AF17C9C6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418" y="5498181"/>
            <a:ext cx="5780613" cy="45778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6AD39A9A-0D70-F02D-1317-963034EAC491}"/>
              </a:ext>
            </a:extLst>
          </p:cNvPr>
          <p:cNvSpPr txBox="1"/>
          <p:nvPr/>
        </p:nvSpPr>
        <p:spPr>
          <a:xfrm>
            <a:off x="6784840" y="5941635"/>
            <a:ext cx="4619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Klein et. al, </a:t>
            </a:r>
            <a:r>
              <a:rPr lang="zh-CN" altLang="zh-CN" sz="1200" dirty="0"/>
              <a:t>Mapping cells through time and space with moscot</a:t>
            </a:r>
            <a:r>
              <a:rPr lang="en-US" altLang="zh-CN" sz="1200" dirty="0"/>
              <a:t> </a:t>
            </a:r>
            <a:endParaRPr lang="zh-CN" altLang="en-US" sz="1200" dirty="0"/>
          </a:p>
        </p:txBody>
      </p:sp>
      <p:sp>
        <p:nvSpPr>
          <p:cNvPr id="35" name="text-5-5">
            <a:extLst>
              <a:ext uri="{FF2B5EF4-FFF2-40B4-BE49-F238E27FC236}">
                <a16:creationId xmlns:a16="http://schemas.microsoft.com/office/drawing/2014/main" id="{C55E8540-2763-0A8F-D7D1-CBB910364DB7}"/>
              </a:ext>
            </a:extLst>
          </p:cNvPr>
          <p:cNvSpPr>
            <a:spLocks noGrp="1"/>
          </p:cNvSpPr>
          <p:nvPr/>
        </p:nvSpPr>
        <p:spPr>
          <a:xfrm>
            <a:off x="2305066" y="1647825"/>
            <a:ext cx="218855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细胞间相互作用</a:t>
            </a:r>
            <a:endParaRPr lang="en-US" altLang="zh-CN" dirty="0"/>
          </a:p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250" b="1" dirty="0">
                <a:solidFill>
                  <a:srgbClr val="2D6B54"/>
                </a:solidFill>
                <a:latin typeface="Noto Sans SC"/>
                <a:ea typeface="Noto Sans SC"/>
                <a:cs typeface="Noto Sans SC"/>
              </a:rPr>
              <a:t>  平均场动力学</a:t>
            </a:r>
            <a:endParaRPr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text-5-5">
            <a:extLst>
              <a:ext uri="{FF2B5EF4-FFF2-40B4-BE49-F238E27FC236}">
                <a16:creationId xmlns:a16="http://schemas.microsoft.com/office/drawing/2014/main" id="{2F5DCE5D-F463-9842-D4BF-59F54036F136}"/>
              </a:ext>
            </a:extLst>
          </p:cNvPr>
          <p:cNvSpPr>
            <a:spLocks noGrp="1"/>
          </p:cNvSpPr>
          <p:nvPr/>
        </p:nvSpPr>
        <p:spPr>
          <a:xfrm>
            <a:off x="7534976" y="1647825"/>
            <a:ext cx="36812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250" b="1" dirty="0">
                <a:solidFill>
                  <a:srgbClr val="2D6B54"/>
                </a:solidFill>
                <a:latin typeface="Noto Sans SC"/>
                <a:ea typeface="Noto Sans SC"/>
                <a:cs typeface="Noto Sans SC"/>
              </a:rPr>
              <a:t>             空间结构对齐</a:t>
            </a:r>
            <a:endParaRPr lang="en-US" altLang="zh-CN"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dirty="0"/>
              <a:t>Gromov-Wasserstein OT</a:t>
            </a:r>
            <a:endParaRPr lang="en-US" altLang="zh-CN"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730855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AA61925A-57EE-4322-B8B5-1D49ED3CBFD6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2.</a:t>
            </a:r>
            <a:r>
              <a:rPr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相互作用</a:t>
            </a:r>
            <a:r>
              <a:rPr lang="zh-CN" alt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动力学：二次型最优传输动态化</a:t>
            </a:r>
            <a:endParaRPr sz="3300" b="1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6-2">
            <a:extLst>
              <a:ext uri="{FF2B5EF4-FFF2-40B4-BE49-F238E27FC236}">
                <a16:creationId xmlns:a16="http://schemas.microsoft.com/office/drawing/2014/main" id="{D32D00C1-E0ED-429E-8E45-9600D2EB1C7F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1725" b="0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95829F81-8A36-419A-AD97-F8E24DEC2CE4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1</a:t>
            </a: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0 / 1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20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FCD6E0-C177-4145-9D82-1552F2B63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97" t="80819" r="17391" b="754"/>
          <a:stretch/>
        </p:blipFill>
        <p:spPr>
          <a:xfrm>
            <a:off x="2418914" y="1226195"/>
            <a:ext cx="8572936" cy="1890754"/>
          </a:xfrm>
          <a:prstGeom prst="rect">
            <a:avLst/>
          </a:prstGeom>
        </p:spPr>
      </p:pic>
      <p:sp>
        <p:nvSpPr>
          <p:cNvPr id="8" name="text-6-8">
            <a:extLst>
              <a:ext uri="{FF2B5EF4-FFF2-40B4-BE49-F238E27FC236}">
                <a16:creationId xmlns:a16="http://schemas.microsoft.com/office/drawing/2014/main" id="{05E4FCA7-10EF-4ED6-A031-5679E9080C79}"/>
              </a:ext>
            </a:extLst>
          </p:cNvPr>
          <p:cNvSpPr>
            <a:spLocks noGrp="1"/>
          </p:cNvSpPr>
          <p:nvPr/>
        </p:nvSpPr>
        <p:spPr>
          <a:xfrm>
            <a:off x="670999" y="5489848"/>
            <a:ext cx="96012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 dirty="0" err="1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从双粒子路径作用量构造</a:t>
            </a:r>
            <a:r>
              <a:rPr lang="zh-CN" altLang="en-US" dirty="0"/>
              <a:t>二次型最优传输</a:t>
            </a:r>
            <a:r>
              <a:rPr lang="zh-CN" altLang="en-US" sz="2025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动态化</a:t>
            </a:r>
            <a:endParaRPr lang="en-US" altLang="zh-CN" sz="2025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提出</a:t>
            </a:r>
            <a:r>
              <a:rPr lang="en-US" altLang="zh-CN" dirty="0"/>
              <a:t>Travelling pair flow matching</a:t>
            </a:r>
            <a:r>
              <a:rPr lang="zh-CN" altLang="en-US" dirty="0"/>
              <a:t>，实现允许条件路径交互的流匹配框架</a:t>
            </a:r>
            <a:endParaRPr lang="en-US" altLang="zh-CN" dirty="0"/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025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双粒子化允许利用</a:t>
            </a:r>
            <a:r>
              <a:rPr lang="en-US" altLang="zh-CN" sz="2025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flow matching</a:t>
            </a:r>
            <a:r>
              <a:rPr lang="zh-CN" altLang="en-US" sz="2025" b="0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学习非局部动力学</a:t>
            </a:r>
            <a:endParaRPr sz="2025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text-6-10">
            <a:extLst>
              <a:ext uri="{FF2B5EF4-FFF2-40B4-BE49-F238E27FC236}">
                <a16:creationId xmlns:a16="http://schemas.microsoft.com/office/drawing/2014/main" id="{8FF08225-8432-476C-88D1-99AD52E838C7}"/>
              </a:ext>
            </a:extLst>
          </p:cNvPr>
          <p:cNvSpPr>
            <a:spLocks noGrp="1"/>
          </p:cNvSpPr>
          <p:nvPr/>
        </p:nvSpPr>
        <p:spPr>
          <a:xfrm>
            <a:off x="670999" y="6053376"/>
            <a:ext cx="9601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1875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sz="1875" b="0" dirty="0">
              <a:solidFill>
                <a:srgbClr val="123F63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2374A2A-C943-C86B-4283-764525FFD9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144" t="41483" r="6582" b="36373"/>
          <a:stretch>
            <a:fillRect/>
          </a:stretch>
        </p:blipFill>
        <p:spPr>
          <a:xfrm>
            <a:off x="630348" y="4560132"/>
            <a:ext cx="6507235" cy="69456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80CC6E1-1670-2A59-64C6-F09F5F711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48" y="3529709"/>
            <a:ext cx="5121863" cy="8164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1F1989-B0C8-1628-AF99-49062484B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086" y="3617372"/>
            <a:ext cx="5704567" cy="59715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A718751-688C-B203-5B9B-BE64768C9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4664" y="4647137"/>
            <a:ext cx="4075989" cy="4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3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924C4-D241-5CA9-D1B9-5E871E7D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9FBB1136-364C-25A2-7CF8-89C38641BBA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2.</a:t>
            </a: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相互作用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动力学：</a:t>
            </a:r>
            <a:r>
              <a:rPr lang="en-US" altLang="zh-CN" dirty="0"/>
              <a:t>GW-OT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23F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动态化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ext-6-2">
            <a:extLst>
              <a:ext uri="{FF2B5EF4-FFF2-40B4-BE49-F238E27FC236}">
                <a16:creationId xmlns:a16="http://schemas.microsoft.com/office/drawing/2014/main" id="{82DF4FA5-0A95-45FE-DCF2-62FD7B9DA13A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kumimoji="0" sz="1725" b="0" i="0" u="none" strike="noStrike" kern="1200" cap="none" spc="0" normalizeH="0" baseline="0" noProof="0" dirty="0">
              <a:ln>
                <a:noFill/>
              </a:ln>
              <a:solidFill>
                <a:srgbClr val="2D6B54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6E7AAF-315F-EE78-2427-FA6014C4CCF3}"/>
              </a:ext>
            </a:extLst>
          </p:cNvPr>
          <p:cNvSpPr txBox="1"/>
          <p:nvPr/>
        </p:nvSpPr>
        <p:spPr>
          <a:xfrm>
            <a:off x="4201904" y="6362700"/>
            <a:ext cx="3769141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J. Ying et. al, Dynamic Generalized Gromov-Wasserstein Optimal Transport</a:t>
            </a:r>
            <a:endParaRPr lang="zh-CN" altLang="en-US" sz="1200" dirty="0"/>
          </a:p>
        </p:txBody>
      </p:sp>
      <p:pic>
        <p:nvPicPr>
          <p:cNvPr id="7" name="内容占位符 8">
            <a:extLst>
              <a:ext uri="{FF2B5EF4-FFF2-40B4-BE49-F238E27FC236}">
                <a16:creationId xmlns:a16="http://schemas.microsoft.com/office/drawing/2014/main" id="{919B65A3-F9EA-8FD4-A980-D5B611C33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816" y="2660558"/>
            <a:ext cx="5208951" cy="9688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8A06C61-E238-498C-5DD2-19EED883E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615" y="3909239"/>
            <a:ext cx="9435720" cy="23244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B694D1D-4518-6C5F-12A7-2E48A984C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170" y="1652837"/>
            <a:ext cx="5372241" cy="80556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D722773-F04B-7C95-60BC-110DBEEC2F0C}"/>
              </a:ext>
            </a:extLst>
          </p:cNvPr>
          <p:cNvSpPr txBox="1"/>
          <p:nvPr/>
        </p:nvSpPr>
        <p:spPr>
          <a:xfrm>
            <a:off x="8624411" y="2012300"/>
            <a:ext cx="3010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局部结构缓慢变化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C1B601-768D-A633-EB1D-DDD8E06BA067}"/>
              </a:ext>
            </a:extLst>
          </p:cNvPr>
          <p:cNvSpPr txBox="1"/>
          <p:nvPr/>
        </p:nvSpPr>
        <p:spPr>
          <a:xfrm>
            <a:off x="4960441" y="1238220"/>
            <a:ext cx="3010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经典</a:t>
            </a:r>
            <a:r>
              <a:rPr lang="en-US" altLang="zh-CN" b="1" dirty="0">
                <a:solidFill>
                  <a:srgbClr val="FF0000"/>
                </a:solidFill>
              </a:rPr>
              <a:t>OT</a:t>
            </a:r>
            <a:r>
              <a:rPr lang="zh-CN" altLang="en-US" b="1" dirty="0">
                <a:solidFill>
                  <a:srgbClr val="FF0000"/>
                </a:solidFill>
              </a:rPr>
              <a:t>动能项</a:t>
            </a:r>
          </a:p>
        </p:txBody>
      </p:sp>
    </p:spTree>
    <p:extLst>
      <p:ext uri="{BB962C8B-B14F-4D97-AF65-F5344CB8AC3E}">
        <p14:creationId xmlns:p14="http://schemas.microsoft.com/office/powerpoint/2010/main" val="69368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0012B8DA-B49A-4669-9010-8E1EADD3DED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3.</a:t>
            </a:r>
            <a:r>
              <a:rPr lang="zh-CN" altLang="en-US" dirty="0"/>
              <a:t>多尺度</a:t>
            </a:r>
            <a:r>
              <a:rPr lang="zh-CN" altLang="en-US"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动力学：离散空间</a:t>
            </a:r>
            <a:r>
              <a:rPr sz="3300" b="1" dirty="0">
                <a:solidFill>
                  <a:srgbClr val="123F63"/>
                </a:solidFill>
                <a:latin typeface="Noto Sans SC"/>
                <a:ea typeface="Noto Sans SC"/>
                <a:cs typeface="Noto Sans SC"/>
              </a:rPr>
              <a:t>WFR</a:t>
            </a:r>
          </a:p>
        </p:txBody>
      </p:sp>
      <p:sp>
        <p:nvSpPr>
          <p:cNvPr id="2" name="text-7-2">
            <a:extLst>
              <a:ext uri="{FF2B5EF4-FFF2-40B4-BE49-F238E27FC236}">
                <a16:creationId xmlns:a16="http://schemas.microsoft.com/office/drawing/2014/main" id="{1FBCEE47-CD3D-41B4-9299-D462F2D9C282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6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endParaRPr sz="1725" b="0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5DCCF89-3B74-412B-A127-CB2EA7F5119E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dirty="0"/>
              <a:t>11</a:t>
            </a:r>
            <a:r>
              <a:rPr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 / 1</a:t>
            </a:r>
            <a:r>
              <a:rPr lang="en-US" sz="1200" b="0" dirty="0">
                <a:solidFill>
                  <a:srgbClr val="5A6B75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200" b="0" dirty="0">
              <a:solidFill>
                <a:srgbClr val="5A6B75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3DA0C3-0087-4EC4-AE91-39B17B70C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97" t="50108" r="17733" b="35776"/>
          <a:stretch/>
        </p:blipFill>
        <p:spPr>
          <a:xfrm>
            <a:off x="714375" y="1609725"/>
            <a:ext cx="10753725" cy="1838325"/>
          </a:xfrm>
          <a:prstGeom prst="rect">
            <a:avLst/>
          </a:prstGeom>
        </p:spPr>
      </p:pic>
      <p:sp>
        <p:nvSpPr>
          <p:cNvPr id="19" name="text-5-5">
            <a:extLst>
              <a:ext uri="{FF2B5EF4-FFF2-40B4-BE49-F238E27FC236}">
                <a16:creationId xmlns:a16="http://schemas.microsoft.com/office/drawing/2014/main" id="{D36FE9BF-6743-3165-4B12-98ECBC245217}"/>
              </a:ext>
            </a:extLst>
          </p:cNvPr>
          <p:cNvSpPr>
            <a:spLocks noGrp="1"/>
          </p:cNvSpPr>
          <p:nvPr/>
        </p:nvSpPr>
        <p:spPr>
          <a:xfrm>
            <a:off x="845943" y="3705635"/>
            <a:ext cx="6073472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2D6B54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在更粗的</a:t>
            </a:r>
            <a:r>
              <a:rPr lang="zh-CN" altLang="en-US" sz="2250" b="1" dirty="0">
                <a:solidFill>
                  <a:srgbClr val="2D6B54"/>
                </a:solidFill>
                <a:latin typeface="Noto Sans SC"/>
                <a:ea typeface="Noto Sans SC"/>
                <a:cs typeface="Noto Sans SC"/>
              </a:rPr>
              <a:t>细胞状态尺度建模</a:t>
            </a:r>
            <a:r>
              <a:rPr lang="zh-CN" altLang="en-US" dirty="0"/>
              <a:t>状态转移与增殖凋亡</a:t>
            </a:r>
            <a:endParaRPr sz="2250" b="1" dirty="0">
              <a:solidFill>
                <a:srgbClr val="2D6B54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text-5-6">
            <a:extLst>
              <a:ext uri="{FF2B5EF4-FFF2-40B4-BE49-F238E27FC236}">
                <a16:creationId xmlns:a16="http://schemas.microsoft.com/office/drawing/2014/main" id="{3C6DD969-48A7-CCE8-D8CC-8C14444EF5D3}"/>
              </a:ext>
            </a:extLst>
          </p:cNvPr>
          <p:cNvSpPr>
            <a:spLocks noGrp="1"/>
          </p:cNvSpPr>
          <p:nvPr/>
        </p:nvSpPr>
        <p:spPr>
          <a:xfrm>
            <a:off x="852767" y="4258085"/>
            <a:ext cx="4857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提出非平衡离散流匹配</a:t>
            </a:r>
            <a:endParaRPr lang="en-US" altLang="zh-CN" dirty="0"/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高效处理大规模数据</a:t>
            </a:r>
            <a:endParaRPr lang="en-US" altLang="zh-CN" dirty="0"/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基于离散流匹配的条件路径设计，给出一种具有解析解的离散空间动态</a:t>
            </a:r>
            <a:r>
              <a:rPr lang="en-US" altLang="zh-CN" dirty="0"/>
              <a:t>WFR</a:t>
            </a:r>
            <a:r>
              <a:rPr lang="zh-CN" altLang="en-US" dirty="0"/>
              <a:t>框架</a:t>
            </a:r>
            <a:endParaRPr lang="en-US" altLang="zh-CN" dirty="0"/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动力学在不同粒度类型标注下稳定</a:t>
            </a:r>
            <a:endParaRPr lang="en-US" altLang="zh-CN" dirty="0"/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dirty="0"/>
          </a:p>
          <a:p>
            <a:pPr>
              <a:lnSpc>
                <a:spcPct val="118000"/>
              </a:lnSpc>
              <a:defRPr sz="2100" b="0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244570F-40B2-A2BE-9907-E77F23227D0A}"/>
              </a:ext>
            </a:extLst>
          </p:cNvPr>
          <p:cNvSpPr txBox="1"/>
          <p:nvPr/>
        </p:nvSpPr>
        <p:spPr>
          <a:xfrm>
            <a:off x="2927445" y="6458986"/>
            <a:ext cx="6458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J. Ying et. al, Wasserstein-Fisher-Rao Reconstruction of Discrete Space Population Dynamics</a:t>
            </a:r>
            <a:endParaRPr lang="zh-CN" altLang="en-US" sz="1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B7625C-63A9-927B-EA53-FF2B4CA4D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910" y="4258085"/>
            <a:ext cx="4235506" cy="7244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DB37177-028E-6570-8560-A675B0FDE1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0192"/>
          <a:stretch>
            <a:fillRect/>
          </a:stretch>
        </p:blipFill>
        <p:spPr>
          <a:xfrm>
            <a:off x="5884820" y="5698764"/>
            <a:ext cx="6194787" cy="5938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37B6299-4BB9-FB89-113A-564BDFDA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341" b="58553"/>
          <a:stretch>
            <a:fillRect/>
          </a:stretch>
        </p:blipFill>
        <p:spPr>
          <a:xfrm>
            <a:off x="5884820" y="4971614"/>
            <a:ext cx="6194787" cy="73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2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CA62C-0792-3824-6195-E42B3651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1A2C149A-BA05-2944-C01E-B98BA49C6FC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3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123F63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dirty="0"/>
              <a:t>动态最优传输的非平衡、结构化、多尺度推广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123F63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E96F7FE5-777A-21DB-DA11-00E9442AFEB7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A6B75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dirty="0"/>
              <a:t>12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 / 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A6B75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2DFBCFC-E0EF-C6AA-6D32-0E875DFB3024}"/>
              </a:ext>
            </a:extLst>
          </p:cNvPr>
          <p:cNvSpPr/>
          <p:nvPr/>
        </p:nvSpPr>
        <p:spPr>
          <a:xfrm>
            <a:off x="4096511" y="1444444"/>
            <a:ext cx="1" cy="5157523"/>
          </a:xfrm>
          <a:prstGeom prst="line">
            <a:avLst/>
          </a:prstGeom>
          <a:noFill/>
          <a:ln w="8890">
            <a:solidFill>
              <a:srgbClr val="D7DAD7"/>
            </a:solidFill>
            <a:prstDash val="solid"/>
            <a:tailEnd type="none"/>
          </a:ln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2EC9B753-8D61-4BB9-3776-531F3EAB80C3}"/>
              </a:ext>
            </a:extLst>
          </p:cNvPr>
          <p:cNvSpPr/>
          <p:nvPr/>
        </p:nvSpPr>
        <p:spPr>
          <a:xfrm>
            <a:off x="219456" y="1865376"/>
            <a:ext cx="457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</a:t>
            </a:r>
            <a:endParaRPr lang="en-US" sz="11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46EAA31-1C16-4C51-BD8E-0CCEE04CBC89}"/>
              </a:ext>
            </a:extLst>
          </p:cNvPr>
          <p:cNvSpPr/>
          <p:nvPr/>
        </p:nvSpPr>
        <p:spPr>
          <a:xfrm>
            <a:off x="786384" y="1591056"/>
            <a:ext cx="0" cy="640080"/>
          </a:xfrm>
          <a:prstGeom prst="line">
            <a:avLst/>
          </a:prstGeom>
          <a:noFill/>
          <a:ln w="6350">
            <a:solidFill>
              <a:srgbClr val="D7DAD7"/>
            </a:solidFill>
            <a:prstDash val="solid"/>
            <a:tailEnd type="none"/>
          </a:ln>
        </p:spPr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0C292F8-9026-5BE4-789C-36EEECBF690C}"/>
              </a:ext>
            </a:extLst>
          </p:cNvPr>
          <p:cNvSpPr/>
          <p:nvPr/>
        </p:nvSpPr>
        <p:spPr>
          <a:xfrm>
            <a:off x="219456" y="2889504"/>
            <a:ext cx="457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UOT</a:t>
            </a:r>
            <a:endParaRPr lang="en-US" sz="110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437F4B32-4E28-8E48-980A-F07EE3FF48D9}"/>
              </a:ext>
            </a:extLst>
          </p:cNvPr>
          <p:cNvSpPr/>
          <p:nvPr/>
        </p:nvSpPr>
        <p:spPr>
          <a:xfrm>
            <a:off x="164592" y="2377440"/>
            <a:ext cx="3767328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1B345B17-99B6-CCC6-5F2F-4E3175559E2C}"/>
              </a:ext>
            </a:extLst>
          </p:cNvPr>
          <p:cNvSpPr/>
          <p:nvPr/>
        </p:nvSpPr>
        <p:spPr>
          <a:xfrm>
            <a:off x="786384" y="2615184"/>
            <a:ext cx="0" cy="640080"/>
          </a:xfrm>
          <a:prstGeom prst="line">
            <a:avLst/>
          </a:prstGeom>
          <a:noFill/>
          <a:ln w="6350">
            <a:solidFill>
              <a:srgbClr val="D7DAD7"/>
            </a:solidFill>
            <a:prstDash val="solid"/>
            <a:tailEnd type="none"/>
          </a:ln>
        </p:spPr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EF762145-AADB-5913-68EF-BC11BD87C967}"/>
              </a:ext>
            </a:extLst>
          </p:cNvPr>
          <p:cNvSpPr/>
          <p:nvPr/>
        </p:nvSpPr>
        <p:spPr>
          <a:xfrm>
            <a:off x="219456" y="3913632"/>
            <a:ext cx="457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GWOT</a:t>
            </a:r>
            <a:endParaRPr lang="en-US" sz="11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2877B82F-5A8A-1417-502D-20C066EAE38D}"/>
              </a:ext>
            </a:extLst>
          </p:cNvPr>
          <p:cNvSpPr/>
          <p:nvPr/>
        </p:nvSpPr>
        <p:spPr>
          <a:xfrm>
            <a:off x="164592" y="3401568"/>
            <a:ext cx="3767328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10E204DB-0F3F-3980-136C-0A9CA7751F6A}"/>
              </a:ext>
            </a:extLst>
          </p:cNvPr>
          <p:cNvSpPr/>
          <p:nvPr/>
        </p:nvSpPr>
        <p:spPr>
          <a:xfrm>
            <a:off x="786384" y="3639312"/>
            <a:ext cx="0" cy="640080"/>
          </a:xfrm>
          <a:prstGeom prst="line">
            <a:avLst/>
          </a:prstGeom>
          <a:noFill/>
          <a:ln w="6350">
            <a:solidFill>
              <a:srgbClr val="D7DAD7"/>
            </a:solidFill>
            <a:prstDash val="solid"/>
            <a:tailEnd type="none"/>
          </a:ln>
        </p:spPr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56E5D3D2-09D9-48FE-6306-1A6A2ABF1233}"/>
              </a:ext>
            </a:extLst>
          </p:cNvPr>
          <p:cNvSpPr/>
          <p:nvPr/>
        </p:nvSpPr>
        <p:spPr>
          <a:xfrm>
            <a:off x="219456" y="4937760"/>
            <a:ext cx="457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FGWOT</a:t>
            </a:r>
            <a:endParaRPr lang="en-US" sz="11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8D1C522A-563C-DA97-7781-B3E3403C50B0}"/>
              </a:ext>
            </a:extLst>
          </p:cNvPr>
          <p:cNvSpPr/>
          <p:nvPr/>
        </p:nvSpPr>
        <p:spPr>
          <a:xfrm>
            <a:off x="164592" y="4425696"/>
            <a:ext cx="3767328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47050FF5-521A-2279-1FA0-5FF440CC581B}"/>
              </a:ext>
            </a:extLst>
          </p:cNvPr>
          <p:cNvSpPr/>
          <p:nvPr/>
        </p:nvSpPr>
        <p:spPr>
          <a:xfrm>
            <a:off x="786384" y="4663440"/>
            <a:ext cx="0" cy="640080"/>
          </a:xfrm>
          <a:prstGeom prst="line">
            <a:avLst/>
          </a:prstGeom>
          <a:noFill/>
          <a:ln w="6350">
            <a:solidFill>
              <a:srgbClr val="D7DAD7"/>
            </a:solidFill>
            <a:prstDash val="solid"/>
            <a:tailEnd type="none"/>
          </a:ln>
        </p:spPr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155998AC-3130-1367-C35E-28458D58335E}"/>
              </a:ext>
            </a:extLst>
          </p:cNvPr>
          <p:cNvSpPr/>
          <p:nvPr/>
        </p:nvSpPr>
        <p:spPr>
          <a:xfrm>
            <a:off x="1335024" y="1554480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ED1BE09C-1E2D-8DE7-8A23-15C6DA1CB4B6}"/>
              </a:ext>
            </a:extLst>
          </p:cNvPr>
          <p:cNvSpPr/>
          <p:nvPr/>
        </p:nvSpPr>
        <p:spPr>
          <a:xfrm>
            <a:off x="2596896" y="1554480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75B36A41-2538-9714-D0BA-DAB911433361}"/>
              </a:ext>
            </a:extLst>
          </p:cNvPr>
          <p:cNvSpPr/>
          <p:nvPr/>
        </p:nvSpPr>
        <p:spPr>
          <a:xfrm>
            <a:off x="1184148" y="1751076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E7ECE504-0E0E-B139-86EB-D204E7328B96}"/>
              </a:ext>
            </a:extLst>
          </p:cNvPr>
          <p:cNvSpPr/>
          <p:nvPr/>
        </p:nvSpPr>
        <p:spPr>
          <a:xfrm>
            <a:off x="1348740" y="1751076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D0054A43-5B9A-D3CB-76E7-982520085D8B}"/>
              </a:ext>
            </a:extLst>
          </p:cNvPr>
          <p:cNvSpPr/>
          <p:nvPr/>
        </p:nvSpPr>
        <p:spPr>
          <a:xfrm>
            <a:off x="1513332" y="1751076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C9058B46-09B8-01BA-C9CB-60F435A6756D}"/>
              </a:ext>
            </a:extLst>
          </p:cNvPr>
          <p:cNvSpPr/>
          <p:nvPr/>
        </p:nvSpPr>
        <p:spPr>
          <a:xfrm>
            <a:off x="1184148" y="1915668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0166DEAF-C0A1-BC84-1ED8-0B12CD32FB96}"/>
              </a:ext>
            </a:extLst>
          </p:cNvPr>
          <p:cNvSpPr/>
          <p:nvPr/>
        </p:nvSpPr>
        <p:spPr>
          <a:xfrm>
            <a:off x="1348740" y="1915668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5DA75475-2244-8887-666B-D1BD2E55D321}"/>
              </a:ext>
            </a:extLst>
          </p:cNvPr>
          <p:cNvSpPr/>
          <p:nvPr/>
        </p:nvSpPr>
        <p:spPr>
          <a:xfrm>
            <a:off x="1513332" y="1915668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8382AC17-5484-468F-BC2D-08CF8C017BE2}"/>
              </a:ext>
            </a:extLst>
          </p:cNvPr>
          <p:cNvSpPr/>
          <p:nvPr/>
        </p:nvSpPr>
        <p:spPr>
          <a:xfrm>
            <a:off x="1184148" y="2080260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2098DB49-0246-658B-BCE4-860404F0574D}"/>
              </a:ext>
            </a:extLst>
          </p:cNvPr>
          <p:cNvSpPr/>
          <p:nvPr/>
        </p:nvSpPr>
        <p:spPr>
          <a:xfrm>
            <a:off x="1348740" y="2080260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21C8777C-7FDD-702D-012D-AA4F338CDDDF}"/>
              </a:ext>
            </a:extLst>
          </p:cNvPr>
          <p:cNvSpPr/>
          <p:nvPr/>
        </p:nvSpPr>
        <p:spPr>
          <a:xfrm>
            <a:off x="1513332" y="2080260"/>
            <a:ext cx="100584" cy="100584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4A13C4B1-CBCF-40B7-EFE2-9AE2B9B05C95}"/>
              </a:ext>
            </a:extLst>
          </p:cNvPr>
          <p:cNvSpPr/>
          <p:nvPr/>
        </p:nvSpPr>
        <p:spPr>
          <a:xfrm>
            <a:off x="2464308" y="1751076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DD98E4A2-2ED9-3741-93D9-D53F1A9568FC}"/>
              </a:ext>
            </a:extLst>
          </p:cNvPr>
          <p:cNvSpPr/>
          <p:nvPr/>
        </p:nvSpPr>
        <p:spPr>
          <a:xfrm>
            <a:off x="2628900" y="1751076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69" name="Shape 35">
            <a:extLst>
              <a:ext uri="{FF2B5EF4-FFF2-40B4-BE49-F238E27FC236}">
                <a16:creationId xmlns:a16="http://schemas.microsoft.com/office/drawing/2014/main" id="{CB41F122-F17E-D22C-CB32-5A26974BDE6C}"/>
              </a:ext>
            </a:extLst>
          </p:cNvPr>
          <p:cNvSpPr/>
          <p:nvPr/>
        </p:nvSpPr>
        <p:spPr>
          <a:xfrm>
            <a:off x="2793492" y="1751076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43A483D0-6C9A-1FF3-6C90-BD9B1788AD62}"/>
              </a:ext>
            </a:extLst>
          </p:cNvPr>
          <p:cNvSpPr/>
          <p:nvPr/>
        </p:nvSpPr>
        <p:spPr>
          <a:xfrm>
            <a:off x="2464308" y="1915668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73" name="Shape 37">
            <a:extLst>
              <a:ext uri="{FF2B5EF4-FFF2-40B4-BE49-F238E27FC236}">
                <a16:creationId xmlns:a16="http://schemas.microsoft.com/office/drawing/2014/main" id="{23492B2A-704E-56CD-DAFB-92E1C2849916}"/>
              </a:ext>
            </a:extLst>
          </p:cNvPr>
          <p:cNvSpPr/>
          <p:nvPr/>
        </p:nvSpPr>
        <p:spPr>
          <a:xfrm>
            <a:off x="2628900" y="1915668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75" name="Shape 38">
            <a:extLst>
              <a:ext uri="{FF2B5EF4-FFF2-40B4-BE49-F238E27FC236}">
                <a16:creationId xmlns:a16="http://schemas.microsoft.com/office/drawing/2014/main" id="{CF3D6754-589D-4BF6-BC88-16A386492545}"/>
              </a:ext>
            </a:extLst>
          </p:cNvPr>
          <p:cNvSpPr/>
          <p:nvPr/>
        </p:nvSpPr>
        <p:spPr>
          <a:xfrm>
            <a:off x="2793492" y="1915668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77" name="Shape 39">
            <a:extLst>
              <a:ext uri="{FF2B5EF4-FFF2-40B4-BE49-F238E27FC236}">
                <a16:creationId xmlns:a16="http://schemas.microsoft.com/office/drawing/2014/main" id="{9F433FBF-DE9E-DC06-5952-9E45151E96B4}"/>
              </a:ext>
            </a:extLst>
          </p:cNvPr>
          <p:cNvSpPr/>
          <p:nvPr/>
        </p:nvSpPr>
        <p:spPr>
          <a:xfrm>
            <a:off x="2464308" y="2080260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9F24FABC-70B2-7740-7D42-C49E7A2FAFB7}"/>
              </a:ext>
            </a:extLst>
          </p:cNvPr>
          <p:cNvSpPr/>
          <p:nvPr/>
        </p:nvSpPr>
        <p:spPr>
          <a:xfrm>
            <a:off x="2628900" y="2080260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81" name="Shape 41">
            <a:extLst>
              <a:ext uri="{FF2B5EF4-FFF2-40B4-BE49-F238E27FC236}">
                <a16:creationId xmlns:a16="http://schemas.microsoft.com/office/drawing/2014/main" id="{0FC0C8D1-A2A7-D5EB-56E9-207E4B5ADD99}"/>
              </a:ext>
            </a:extLst>
          </p:cNvPr>
          <p:cNvSpPr/>
          <p:nvPr/>
        </p:nvSpPr>
        <p:spPr>
          <a:xfrm>
            <a:off x="2793492" y="2080260"/>
            <a:ext cx="100584" cy="100584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83" name="Shape 42">
            <a:extLst>
              <a:ext uri="{FF2B5EF4-FFF2-40B4-BE49-F238E27FC236}">
                <a16:creationId xmlns:a16="http://schemas.microsoft.com/office/drawing/2014/main" id="{7991AD6B-EC24-CF50-FA8C-341908B03ECD}"/>
              </a:ext>
            </a:extLst>
          </p:cNvPr>
          <p:cNvSpPr/>
          <p:nvPr/>
        </p:nvSpPr>
        <p:spPr>
          <a:xfrm>
            <a:off x="1700784" y="1828800"/>
            <a:ext cx="630936" cy="0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85" name="Shape 43">
            <a:extLst>
              <a:ext uri="{FF2B5EF4-FFF2-40B4-BE49-F238E27FC236}">
                <a16:creationId xmlns:a16="http://schemas.microsoft.com/office/drawing/2014/main" id="{B9102F6E-032E-A513-211F-93C7BA24EE55}"/>
              </a:ext>
            </a:extLst>
          </p:cNvPr>
          <p:cNvSpPr/>
          <p:nvPr/>
        </p:nvSpPr>
        <p:spPr>
          <a:xfrm>
            <a:off x="1700784" y="1993392"/>
            <a:ext cx="630936" cy="0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87" name="Shape 44">
            <a:extLst>
              <a:ext uri="{FF2B5EF4-FFF2-40B4-BE49-F238E27FC236}">
                <a16:creationId xmlns:a16="http://schemas.microsoft.com/office/drawing/2014/main" id="{D5B886E6-D037-A40E-AC5A-BB89F0B8605D}"/>
              </a:ext>
            </a:extLst>
          </p:cNvPr>
          <p:cNvSpPr/>
          <p:nvPr/>
        </p:nvSpPr>
        <p:spPr>
          <a:xfrm>
            <a:off x="1700784" y="2157984"/>
            <a:ext cx="630936" cy="0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89" name="Text 45">
            <a:extLst>
              <a:ext uri="{FF2B5EF4-FFF2-40B4-BE49-F238E27FC236}">
                <a16:creationId xmlns:a16="http://schemas.microsoft.com/office/drawing/2014/main" id="{4AA92028-0D64-5FBD-F32B-F2AD34D4BACA}"/>
              </a:ext>
            </a:extLst>
          </p:cNvPr>
          <p:cNvSpPr/>
          <p:nvPr/>
        </p:nvSpPr>
        <p:spPr>
          <a:xfrm>
            <a:off x="3234233" y="1689236"/>
            <a:ext cx="685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平衡静态最优传输</a:t>
            </a:r>
            <a:endParaRPr lang="en-US" sz="1200" b="1" dirty="0"/>
          </a:p>
        </p:txBody>
      </p:sp>
      <p:sp>
        <p:nvSpPr>
          <p:cNvPr id="91" name="Text 46">
            <a:extLst>
              <a:ext uri="{FF2B5EF4-FFF2-40B4-BE49-F238E27FC236}">
                <a16:creationId xmlns:a16="http://schemas.microsoft.com/office/drawing/2014/main" id="{112C7002-8599-DEA9-FF27-0947736F0A4C}"/>
              </a:ext>
            </a:extLst>
          </p:cNvPr>
          <p:cNvSpPr/>
          <p:nvPr/>
        </p:nvSpPr>
        <p:spPr>
          <a:xfrm>
            <a:off x="1335024" y="2569464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93" name="Text 47">
            <a:extLst>
              <a:ext uri="{FF2B5EF4-FFF2-40B4-BE49-F238E27FC236}">
                <a16:creationId xmlns:a16="http://schemas.microsoft.com/office/drawing/2014/main" id="{F7A9E988-9BC0-B2C9-FDE2-49BEC50017B6}"/>
              </a:ext>
            </a:extLst>
          </p:cNvPr>
          <p:cNvSpPr/>
          <p:nvPr/>
        </p:nvSpPr>
        <p:spPr>
          <a:xfrm>
            <a:off x="2596896" y="2569464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95" name="Shape 48">
            <a:extLst>
              <a:ext uri="{FF2B5EF4-FFF2-40B4-BE49-F238E27FC236}">
                <a16:creationId xmlns:a16="http://schemas.microsoft.com/office/drawing/2014/main" id="{BCB34E94-FCAB-108D-D698-20C3A2C8B8CA}"/>
              </a:ext>
            </a:extLst>
          </p:cNvPr>
          <p:cNvSpPr/>
          <p:nvPr/>
        </p:nvSpPr>
        <p:spPr>
          <a:xfrm>
            <a:off x="1186891" y="2768803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97" name="Shape 49">
            <a:extLst>
              <a:ext uri="{FF2B5EF4-FFF2-40B4-BE49-F238E27FC236}">
                <a16:creationId xmlns:a16="http://schemas.microsoft.com/office/drawing/2014/main" id="{B43D162E-3845-A39A-77E7-2B94FF12BE4D}"/>
              </a:ext>
            </a:extLst>
          </p:cNvPr>
          <p:cNvSpPr/>
          <p:nvPr/>
        </p:nvSpPr>
        <p:spPr>
          <a:xfrm>
            <a:off x="1333195" y="2768803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99" name="Shape 50">
            <a:extLst>
              <a:ext uri="{FF2B5EF4-FFF2-40B4-BE49-F238E27FC236}">
                <a16:creationId xmlns:a16="http://schemas.microsoft.com/office/drawing/2014/main" id="{5D4B6C03-2335-6ED4-2EDB-997F8D46F889}"/>
              </a:ext>
            </a:extLst>
          </p:cNvPr>
          <p:cNvSpPr/>
          <p:nvPr/>
        </p:nvSpPr>
        <p:spPr>
          <a:xfrm>
            <a:off x="1479499" y="2768803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01" name="Shape 51">
            <a:extLst>
              <a:ext uri="{FF2B5EF4-FFF2-40B4-BE49-F238E27FC236}">
                <a16:creationId xmlns:a16="http://schemas.microsoft.com/office/drawing/2014/main" id="{F2A38B5F-1999-CAE9-7442-585F7AF0AC88}"/>
              </a:ext>
            </a:extLst>
          </p:cNvPr>
          <p:cNvSpPr/>
          <p:nvPr/>
        </p:nvSpPr>
        <p:spPr>
          <a:xfrm>
            <a:off x="1186891" y="2915107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03" name="Shape 52">
            <a:extLst>
              <a:ext uri="{FF2B5EF4-FFF2-40B4-BE49-F238E27FC236}">
                <a16:creationId xmlns:a16="http://schemas.microsoft.com/office/drawing/2014/main" id="{C79DCDCD-4BE5-A6A1-ECB6-C4B099655A2F}"/>
              </a:ext>
            </a:extLst>
          </p:cNvPr>
          <p:cNvSpPr/>
          <p:nvPr/>
        </p:nvSpPr>
        <p:spPr>
          <a:xfrm>
            <a:off x="1333195" y="2915107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05" name="Shape 53">
            <a:extLst>
              <a:ext uri="{FF2B5EF4-FFF2-40B4-BE49-F238E27FC236}">
                <a16:creationId xmlns:a16="http://schemas.microsoft.com/office/drawing/2014/main" id="{ECEE4B89-E511-2A02-6C9D-034679B8536E}"/>
              </a:ext>
            </a:extLst>
          </p:cNvPr>
          <p:cNvSpPr/>
          <p:nvPr/>
        </p:nvSpPr>
        <p:spPr>
          <a:xfrm>
            <a:off x="1479499" y="2915107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07" name="Shape 54">
            <a:extLst>
              <a:ext uri="{FF2B5EF4-FFF2-40B4-BE49-F238E27FC236}">
                <a16:creationId xmlns:a16="http://schemas.microsoft.com/office/drawing/2014/main" id="{C80B3513-ECDD-BD3B-3EB4-30A0491C2FBF}"/>
              </a:ext>
            </a:extLst>
          </p:cNvPr>
          <p:cNvSpPr/>
          <p:nvPr/>
        </p:nvSpPr>
        <p:spPr>
          <a:xfrm>
            <a:off x="1186891" y="3061411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09" name="Shape 55">
            <a:extLst>
              <a:ext uri="{FF2B5EF4-FFF2-40B4-BE49-F238E27FC236}">
                <a16:creationId xmlns:a16="http://schemas.microsoft.com/office/drawing/2014/main" id="{66AEE443-1BB4-E0A0-8416-9FB1D920AE96}"/>
              </a:ext>
            </a:extLst>
          </p:cNvPr>
          <p:cNvSpPr/>
          <p:nvPr/>
        </p:nvSpPr>
        <p:spPr>
          <a:xfrm>
            <a:off x="1333195" y="3061411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11" name="Shape 56">
            <a:extLst>
              <a:ext uri="{FF2B5EF4-FFF2-40B4-BE49-F238E27FC236}">
                <a16:creationId xmlns:a16="http://schemas.microsoft.com/office/drawing/2014/main" id="{9CE04B0B-4C00-CB86-92A8-C77D4C13225F}"/>
              </a:ext>
            </a:extLst>
          </p:cNvPr>
          <p:cNvSpPr/>
          <p:nvPr/>
        </p:nvSpPr>
        <p:spPr>
          <a:xfrm>
            <a:off x="1479499" y="3061411"/>
            <a:ext cx="95098" cy="9509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13" name="Shape 57">
            <a:extLst>
              <a:ext uri="{FF2B5EF4-FFF2-40B4-BE49-F238E27FC236}">
                <a16:creationId xmlns:a16="http://schemas.microsoft.com/office/drawing/2014/main" id="{B3AA77C5-7D60-EA99-E3C7-DB1B1913EB0C}"/>
              </a:ext>
            </a:extLst>
          </p:cNvPr>
          <p:cNvSpPr/>
          <p:nvPr/>
        </p:nvSpPr>
        <p:spPr>
          <a:xfrm>
            <a:off x="1186891" y="3207715"/>
            <a:ext cx="95098" cy="95098"/>
          </a:xfrm>
          <a:prstGeom prst="ellipse">
            <a:avLst/>
          </a:prstGeom>
          <a:solidFill>
            <a:schemeClr val="bg1">
              <a:alpha val="40000"/>
            </a:schemeClr>
          </a:solidFill>
          <a:ln w="7620">
            <a:solidFill>
              <a:srgbClr val="4D86C6">
                <a:alpha val="40000"/>
              </a:srgbClr>
            </a:solidFill>
            <a:prstDash val="solid"/>
          </a:ln>
        </p:spPr>
      </p:sp>
      <p:sp>
        <p:nvSpPr>
          <p:cNvPr id="115" name="Shape 58">
            <a:extLst>
              <a:ext uri="{FF2B5EF4-FFF2-40B4-BE49-F238E27FC236}">
                <a16:creationId xmlns:a16="http://schemas.microsoft.com/office/drawing/2014/main" id="{E61CEC22-3A33-9FA0-850B-FB87B7692452}"/>
              </a:ext>
            </a:extLst>
          </p:cNvPr>
          <p:cNvSpPr/>
          <p:nvPr/>
        </p:nvSpPr>
        <p:spPr>
          <a:xfrm>
            <a:off x="1333195" y="3207715"/>
            <a:ext cx="95098" cy="95098"/>
          </a:xfrm>
          <a:prstGeom prst="ellipse">
            <a:avLst/>
          </a:prstGeom>
          <a:solidFill>
            <a:schemeClr val="bg1">
              <a:alpha val="40000"/>
            </a:schemeClr>
          </a:solidFill>
          <a:ln w="7620">
            <a:solidFill>
              <a:srgbClr val="4D86C6">
                <a:alpha val="40000"/>
              </a:srgbClr>
            </a:solidFill>
            <a:prstDash val="solid"/>
          </a:ln>
        </p:spPr>
      </p:sp>
      <p:sp>
        <p:nvSpPr>
          <p:cNvPr id="117" name="Shape 59">
            <a:extLst>
              <a:ext uri="{FF2B5EF4-FFF2-40B4-BE49-F238E27FC236}">
                <a16:creationId xmlns:a16="http://schemas.microsoft.com/office/drawing/2014/main" id="{91304D7F-05A8-5B70-4101-7060C954E2AD}"/>
              </a:ext>
            </a:extLst>
          </p:cNvPr>
          <p:cNvSpPr/>
          <p:nvPr/>
        </p:nvSpPr>
        <p:spPr>
          <a:xfrm>
            <a:off x="1479499" y="3207715"/>
            <a:ext cx="95098" cy="95098"/>
          </a:xfrm>
          <a:prstGeom prst="ellipse">
            <a:avLst/>
          </a:prstGeom>
          <a:solidFill>
            <a:schemeClr val="bg1">
              <a:alpha val="40000"/>
            </a:schemeClr>
          </a:solidFill>
          <a:ln w="7620">
            <a:solidFill>
              <a:srgbClr val="4D86C6">
                <a:alpha val="40000"/>
              </a:srgbClr>
            </a:solidFill>
            <a:prstDash val="solid"/>
          </a:ln>
        </p:spPr>
      </p:sp>
      <p:sp>
        <p:nvSpPr>
          <p:cNvPr id="119" name="Shape 60">
            <a:extLst>
              <a:ext uri="{FF2B5EF4-FFF2-40B4-BE49-F238E27FC236}">
                <a16:creationId xmlns:a16="http://schemas.microsoft.com/office/drawing/2014/main" id="{481F96BD-63E9-6B1C-D442-45BD500EAFC9}"/>
              </a:ext>
            </a:extLst>
          </p:cNvPr>
          <p:cNvSpPr/>
          <p:nvPr/>
        </p:nvSpPr>
        <p:spPr>
          <a:xfrm>
            <a:off x="2439619" y="2768803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21" name="Shape 61">
            <a:extLst>
              <a:ext uri="{FF2B5EF4-FFF2-40B4-BE49-F238E27FC236}">
                <a16:creationId xmlns:a16="http://schemas.microsoft.com/office/drawing/2014/main" id="{C9575368-C55E-0944-3726-255619247F65}"/>
              </a:ext>
            </a:extLst>
          </p:cNvPr>
          <p:cNvSpPr/>
          <p:nvPr/>
        </p:nvSpPr>
        <p:spPr>
          <a:xfrm>
            <a:off x="2585923" y="2768803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23" name="Shape 62">
            <a:extLst>
              <a:ext uri="{FF2B5EF4-FFF2-40B4-BE49-F238E27FC236}">
                <a16:creationId xmlns:a16="http://schemas.microsoft.com/office/drawing/2014/main" id="{5D30C740-EAF5-F271-060D-B01B229703E0}"/>
              </a:ext>
            </a:extLst>
          </p:cNvPr>
          <p:cNvSpPr/>
          <p:nvPr/>
        </p:nvSpPr>
        <p:spPr>
          <a:xfrm>
            <a:off x="2732227" y="2768803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25" name="Shape 63">
            <a:extLst>
              <a:ext uri="{FF2B5EF4-FFF2-40B4-BE49-F238E27FC236}">
                <a16:creationId xmlns:a16="http://schemas.microsoft.com/office/drawing/2014/main" id="{BF472CE5-3D75-0AC2-6AA3-D416C46A55C3}"/>
              </a:ext>
            </a:extLst>
          </p:cNvPr>
          <p:cNvSpPr/>
          <p:nvPr/>
        </p:nvSpPr>
        <p:spPr>
          <a:xfrm>
            <a:off x="2439619" y="2915107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27" name="Shape 64">
            <a:extLst>
              <a:ext uri="{FF2B5EF4-FFF2-40B4-BE49-F238E27FC236}">
                <a16:creationId xmlns:a16="http://schemas.microsoft.com/office/drawing/2014/main" id="{049B463D-201C-2E13-926F-1F30502D4BDE}"/>
              </a:ext>
            </a:extLst>
          </p:cNvPr>
          <p:cNvSpPr/>
          <p:nvPr/>
        </p:nvSpPr>
        <p:spPr>
          <a:xfrm>
            <a:off x="2585923" y="2915107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29" name="Shape 65">
            <a:extLst>
              <a:ext uri="{FF2B5EF4-FFF2-40B4-BE49-F238E27FC236}">
                <a16:creationId xmlns:a16="http://schemas.microsoft.com/office/drawing/2014/main" id="{71264A3D-861C-1660-7D7A-E8217879258B}"/>
              </a:ext>
            </a:extLst>
          </p:cNvPr>
          <p:cNvSpPr/>
          <p:nvPr/>
        </p:nvSpPr>
        <p:spPr>
          <a:xfrm>
            <a:off x="2732227" y="2915107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1" name="Shape 66">
            <a:extLst>
              <a:ext uri="{FF2B5EF4-FFF2-40B4-BE49-F238E27FC236}">
                <a16:creationId xmlns:a16="http://schemas.microsoft.com/office/drawing/2014/main" id="{78B2D223-C0E5-2C41-FF47-E54F87ADDA66}"/>
              </a:ext>
            </a:extLst>
          </p:cNvPr>
          <p:cNvSpPr/>
          <p:nvPr/>
        </p:nvSpPr>
        <p:spPr>
          <a:xfrm>
            <a:off x="2439619" y="3061411"/>
            <a:ext cx="95098" cy="95098"/>
          </a:xfrm>
          <a:prstGeom prst="ellipse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C6CDD1">
                <a:alpha val="70000"/>
              </a:srgbClr>
            </a:solidFill>
            <a:prstDash val="solid"/>
          </a:ln>
        </p:spPr>
      </p:sp>
      <p:sp>
        <p:nvSpPr>
          <p:cNvPr id="133" name="Shape 67">
            <a:extLst>
              <a:ext uri="{FF2B5EF4-FFF2-40B4-BE49-F238E27FC236}">
                <a16:creationId xmlns:a16="http://schemas.microsoft.com/office/drawing/2014/main" id="{EBD9E93B-E277-D5EF-19CA-6FEC0EEFDDD3}"/>
              </a:ext>
            </a:extLst>
          </p:cNvPr>
          <p:cNvSpPr/>
          <p:nvPr/>
        </p:nvSpPr>
        <p:spPr>
          <a:xfrm>
            <a:off x="2585923" y="3061411"/>
            <a:ext cx="95098" cy="95098"/>
          </a:xfrm>
          <a:prstGeom prst="ellipse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C6CDD1">
                <a:alpha val="70000"/>
              </a:srgbClr>
            </a:solidFill>
            <a:prstDash val="solid"/>
          </a:ln>
        </p:spPr>
      </p:sp>
      <p:sp>
        <p:nvSpPr>
          <p:cNvPr id="135" name="Shape 68">
            <a:extLst>
              <a:ext uri="{FF2B5EF4-FFF2-40B4-BE49-F238E27FC236}">
                <a16:creationId xmlns:a16="http://schemas.microsoft.com/office/drawing/2014/main" id="{B8EFD1C7-9402-5B61-CEC1-714F057DCCC4}"/>
              </a:ext>
            </a:extLst>
          </p:cNvPr>
          <p:cNvSpPr/>
          <p:nvPr/>
        </p:nvSpPr>
        <p:spPr>
          <a:xfrm>
            <a:off x="2732227" y="3061411"/>
            <a:ext cx="95098" cy="95098"/>
          </a:xfrm>
          <a:prstGeom prst="ellipse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C6CDD1">
                <a:alpha val="70000"/>
              </a:srgbClr>
            </a:solidFill>
            <a:prstDash val="solid"/>
          </a:ln>
        </p:spPr>
      </p:sp>
      <p:sp>
        <p:nvSpPr>
          <p:cNvPr id="137" name="Shape 69">
            <a:extLst>
              <a:ext uri="{FF2B5EF4-FFF2-40B4-BE49-F238E27FC236}">
                <a16:creationId xmlns:a16="http://schemas.microsoft.com/office/drawing/2014/main" id="{CD4D36F8-8212-F62C-347A-304D28E78DBA}"/>
              </a:ext>
            </a:extLst>
          </p:cNvPr>
          <p:cNvSpPr/>
          <p:nvPr/>
        </p:nvSpPr>
        <p:spPr>
          <a:xfrm>
            <a:off x="2439619" y="3207715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C6CDD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Shape 70">
            <a:extLst>
              <a:ext uri="{FF2B5EF4-FFF2-40B4-BE49-F238E27FC236}">
                <a16:creationId xmlns:a16="http://schemas.microsoft.com/office/drawing/2014/main" id="{7D0CC7C2-0867-C346-63DD-2FD9B5BBDB53}"/>
              </a:ext>
            </a:extLst>
          </p:cNvPr>
          <p:cNvSpPr/>
          <p:nvPr/>
        </p:nvSpPr>
        <p:spPr>
          <a:xfrm>
            <a:off x="2585923" y="3207715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C6CDD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Shape 71">
            <a:extLst>
              <a:ext uri="{FF2B5EF4-FFF2-40B4-BE49-F238E27FC236}">
                <a16:creationId xmlns:a16="http://schemas.microsoft.com/office/drawing/2014/main" id="{D6819B1E-4FE9-363F-3227-C3C474DC8F93}"/>
              </a:ext>
            </a:extLst>
          </p:cNvPr>
          <p:cNvSpPr/>
          <p:nvPr/>
        </p:nvSpPr>
        <p:spPr>
          <a:xfrm>
            <a:off x="2732227" y="3207715"/>
            <a:ext cx="95098" cy="95098"/>
          </a:xfrm>
          <a:prstGeom prst="ellipse">
            <a:avLst/>
          </a:prstGeom>
          <a:solidFill>
            <a:srgbClr val="F08D3A"/>
          </a:solidFill>
          <a:ln w="7620">
            <a:solidFill>
              <a:srgbClr val="C6CDD1">
                <a:alpha val="70000"/>
              </a:srgbClr>
            </a:solidFill>
            <a:prstDash val="solid"/>
          </a:ln>
        </p:spPr>
      </p:sp>
      <p:sp>
        <p:nvSpPr>
          <p:cNvPr id="143" name="Shape 72">
            <a:extLst>
              <a:ext uri="{FF2B5EF4-FFF2-40B4-BE49-F238E27FC236}">
                <a16:creationId xmlns:a16="http://schemas.microsoft.com/office/drawing/2014/main" id="{631F72FA-150D-4354-8BAF-E5F2E17F875C}"/>
              </a:ext>
            </a:extLst>
          </p:cNvPr>
          <p:cNvSpPr/>
          <p:nvPr/>
        </p:nvSpPr>
        <p:spPr>
          <a:xfrm>
            <a:off x="1627632" y="2852928"/>
            <a:ext cx="704088" cy="0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145" name="Shape 73">
            <a:extLst>
              <a:ext uri="{FF2B5EF4-FFF2-40B4-BE49-F238E27FC236}">
                <a16:creationId xmlns:a16="http://schemas.microsoft.com/office/drawing/2014/main" id="{51EBB2D7-20EE-6FAF-ADF5-408662E462EE}"/>
              </a:ext>
            </a:extLst>
          </p:cNvPr>
          <p:cNvSpPr/>
          <p:nvPr/>
        </p:nvSpPr>
        <p:spPr>
          <a:xfrm>
            <a:off x="1627632" y="2999232"/>
            <a:ext cx="704088" cy="0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147" name="Shape 74">
            <a:extLst>
              <a:ext uri="{FF2B5EF4-FFF2-40B4-BE49-F238E27FC236}">
                <a16:creationId xmlns:a16="http://schemas.microsoft.com/office/drawing/2014/main" id="{74B575FD-7B14-8815-9AF2-5D03A686F582}"/>
              </a:ext>
            </a:extLst>
          </p:cNvPr>
          <p:cNvSpPr/>
          <p:nvPr/>
        </p:nvSpPr>
        <p:spPr>
          <a:xfrm>
            <a:off x="1627632" y="3145536"/>
            <a:ext cx="704088" cy="0"/>
          </a:xfrm>
          <a:prstGeom prst="line">
            <a:avLst/>
          </a:prstGeom>
          <a:noFill/>
          <a:ln w="7620">
            <a:solidFill>
              <a:srgbClr val="5E6368"/>
            </a:solidFill>
            <a:prstDash val="solid"/>
            <a:tailEnd type="triangle"/>
          </a:ln>
        </p:spPr>
      </p:sp>
      <p:sp>
        <p:nvSpPr>
          <p:cNvPr id="149" name="Text 76">
            <a:extLst>
              <a:ext uri="{FF2B5EF4-FFF2-40B4-BE49-F238E27FC236}">
                <a16:creationId xmlns:a16="http://schemas.microsoft.com/office/drawing/2014/main" id="{915C4ABD-3F15-E14D-5E77-C5579D480D9E}"/>
              </a:ext>
            </a:extLst>
          </p:cNvPr>
          <p:cNvSpPr/>
          <p:nvPr/>
        </p:nvSpPr>
        <p:spPr>
          <a:xfrm>
            <a:off x="3234232" y="2695076"/>
            <a:ext cx="87416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</a:rPr>
              <a:t>非平衡静态最优传输</a:t>
            </a:r>
            <a:endParaRPr lang="en-US" sz="1200" b="1" dirty="0"/>
          </a:p>
        </p:txBody>
      </p:sp>
      <p:sp>
        <p:nvSpPr>
          <p:cNvPr id="151" name="Text 77">
            <a:extLst>
              <a:ext uri="{FF2B5EF4-FFF2-40B4-BE49-F238E27FC236}">
                <a16:creationId xmlns:a16="http://schemas.microsoft.com/office/drawing/2014/main" id="{53F31CE7-910A-CCC4-979B-93670131FDF5}"/>
              </a:ext>
            </a:extLst>
          </p:cNvPr>
          <p:cNvSpPr/>
          <p:nvPr/>
        </p:nvSpPr>
        <p:spPr>
          <a:xfrm>
            <a:off x="1335024" y="3419856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153" name="Text 78">
            <a:extLst>
              <a:ext uri="{FF2B5EF4-FFF2-40B4-BE49-F238E27FC236}">
                <a16:creationId xmlns:a16="http://schemas.microsoft.com/office/drawing/2014/main" id="{C2D32FD8-29B9-AB48-19B8-5070848C00BA}"/>
              </a:ext>
            </a:extLst>
          </p:cNvPr>
          <p:cNvSpPr/>
          <p:nvPr/>
        </p:nvSpPr>
        <p:spPr>
          <a:xfrm>
            <a:off x="2596896" y="3419856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155" name="Shape 79">
            <a:extLst>
              <a:ext uri="{FF2B5EF4-FFF2-40B4-BE49-F238E27FC236}">
                <a16:creationId xmlns:a16="http://schemas.microsoft.com/office/drawing/2014/main" id="{1CD8FF92-D1AD-FF51-D277-18C445D041A5}"/>
              </a:ext>
            </a:extLst>
          </p:cNvPr>
          <p:cNvSpPr/>
          <p:nvPr/>
        </p:nvSpPr>
        <p:spPr>
          <a:xfrm>
            <a:off x="1110996" y="3803904"/>
            <a:ext cx="493776" cy="402336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57" name="Shape 80">
            <a:extLst>
              <a:ext uri="{FF2B5EF4-FFF2-40B4-BE49-F238E27FC236}">
                <a16:creationId xmlns:a16="http://schemas.microsoft.com/office/drawing/2014/main" id="{FCEF3554-2FB8-798E-026C-979CBA22313B}"/>
              </a:ext>
            </a:extLst>
          </p:cNvPr>
          <p:cNvSpPr/>
          <p:nvPr/>
        </p:nvSpPr>
        <p:spPr>
          <a:xfrm>
            <a:off x="1333195" y="3622853"/>
            <a:ext cx="345643" cy="65837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59" name="Shape 81">
            <a:extLst>
              <a:ext uri="{FF2B5EF4-FFF2-40B4-BE49-F238E27FC236}">
                <a16:creationId xmlns:a16="http://schemas.microsoft.com/office/drawing/2014/main" id="{0B189C69-96F7-3BC0-AF46-271D977E9822}"/>
              </a:ext>
            </a:extLst>
          </p:cNvPr>
          <p:cNvSpPr/>
          <p:nvPr/>
        </p:nvSpPr>
        <p:spPr>
          <a:xfrm>
            <a:off x="1678838" y="3688690"/>
            <a:ext cx="164592" cy="246888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61" name="Shape 83">
            <a:extLst>
              <a:ext uri="{FF2B5EF4-FFF2-40B4-BE49-F238E27FC236}">
                <a16:creationId xmlns:a16="http://schemas.microsoft.com/office/drawing/2014/main" id="{9CA9D51D-2B45-4F73-BC8D-CFCB87AF6780}"/>
              </a:ext>
            </a:extLst>
          </p:cNvPr>
          <p:cNvSpPr/>
          <p:nvPr/>
        </p:nvSpPr>
        <p:spPr>
          <a:xfrm>
            <a:off x="1604772" y="4215384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63" name="Shape 84">
            <a:extLst>
              <a:ext uri="{FF2B5EF4-FFF2-40B4-BE49-F238E27FC236}">
                <a16:creationId xmlns:a16="http://schemas.microsoft.com/office/drawing/2014/main" id="{ACEC3366-3C8D-AE20-A5B9-02B5F4F5AB1D}"/>
              </a:ext>
            </a:extLst>
          </p:cNvPr>
          <p:cNvSpPr/>
          <p:nvPr/>
        </p:nvSpPr>
        <p:spPr>
          <a:xfrm>
            <a:off x="1217981" y="4149547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65" name="Shape 85">
            <a:extLst>
              <a:ext uri="{FF2B5EF4-FFF2-40B4-BE49-F238E27FC236}">
                <a16:creationId xmlns:a16="http://schemas.microsoft.com/office/drawing/2014/main" id="{F3BD583D-7724-82A9-D962-7C678CA99A13}"/>
              </a:ext>
            </a:extLst>
          </p:cNvPr>
          <p:cNvSpPr/>
          <p:nvPr/>
        </p:nvSpPr>
        <p:spPr>
          <a:xfrm>
            <a:off x="1110996" y="3803904"/>
            <a:ext cx="96012" cy="345643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67" name="Shape 86">
            <a:extLst>
              <a:ext uri="{FF2B5EF4-FFF2-40B4-BE49-F238E27FC236}">
                <a16:creationId xmlns:a16="http://schemas.microsoft.com/office/drawing/2014/main" id="{98B489B3-3791-8E8A-69B4-7B14DFC47CF5}"/>
              </a:ext>
            </a:extLst>
          </p:cNvPr>
          <p:cNvSpPr/>
          <p:nvPr/>
        </p:nvSpPr>
        <p:spPr>
          <a:xfrm flipH="1">
            <a:off x="1110997" y="3622853"/>
            <a:ext cx="222198" cy="16459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69" name="Shape 88">
            <a:extLst>
              <a:ext uri="{FF2B5EF4-FFF2-40B4-BE49-F238E27FC236}">
                <a16:creationId xmlns:a16="http://schemas.microsoft.com/office/drawing/2014/main" id="{DFDDC8F4-779C-38C8-4698-554DD7510961}"/>
              </a:ext>
            </a:extLst>
          </p:cNvPr>
          <p:cNvSpPr/>
          <p:nvPr/>
        </p:nvSpPr>
        <p:spPr>
          <a:xfrm>
            <a:off x="1065733" y="3758641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71" name="Shape 89">
            <a:extLst>
              <a:ext uri="{FF2B5EF4-FFF2-40B4-BE49-F238E27FC236}">
                <a16:creationId xmlns:a16="http://schemas.microsoft.com/office/drawing/2014/main" id="{512C903A-BA91-65C7-8352-4B2B4C03F03F}"/>
              </a:ext>
            </a:extLst>
          </p:cNvPr>
          <p:cNvSpPr/>
          <p:nvPr/>
        </p:nvSpPr>
        <p:spPr>
          <a:xfrm>
            <a:off x="1287932" y="3577590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73" name="Shape 90">
            <a:extLst>
              <a:ext uri="{FF2B5EF4-FFF2-40B4-BE49-F238E27FC236}">
                <a16:creationId xmlns:a16="http://schemas.microsoft.com/office/drawing/2014/main" id="{25FC8EB6-1FBE-615E-E651-BD0B6E519902}"/>
              </a:ext>
            </a:extLst>
          </p:cNvPr>
          <p:cNvSpPr/>
          <p:nvPr/>
        </p:nvSpPr>
        <p:spPr>
          <a:xfrm>
            <a:off x="1633576" y="3643427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75" name="Shape 91">
            <a:extLst>
              <a:ext uri="{FF2B5EF4-FFF2-40B4-BE49-F238E27FC236}">
                <a16:creationId xmlns:a16="http://schemas.microsoft.com/office/drawing/2014/main" id="{76FD66A1-4C57-F22B-61AD-93A446F3B239}"/>
              </a:ext>
            </a:extLst>
          </p:cNvPr>
          <p:cNvSpPr/>
          <p:nvPr/>
        </p:nvSpPr>
        <p:spPr>
          <a:xfrm>
            <a:off x="1798168" y="3890315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77" name="Shape 92">
            <a:extLst>
              <a:ext uri="{FF2B5EF4-FFF2-40B4-BE49-F238E27FC236}">
                <a16:creationId xmlns:a16="http://schemas.microsoft.com/office/drawing/2014/main" id="{61D2A2FF-CB11-7945-3BB9-CCB85D400162}"/>
              </a:ext>
            </a:extLst>
          </p:cNvPr>
          <p:cNvSpPr/>
          <p:nvPr/>
        </p:nvSpPr>
        <p:spPr>
          <a:xfrm>
            <a:off x="1559509" y="4170121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79" name="Shape 93">
            <a:extLst>
              <a:ext uri="{FF2B5EF4-FFF2-40B4-BE49-F238E27FC236}">
                <a16:creationId xmlns:a16="http://schemas.microsoft.com/office/drawing/2014/main" id="{F3AF4550-9FEF-6E7F-CFE1-834F3BD5E880}"/>
              </a:ext>
            </a:extLst>
          </p:cNvPr>
          <p:cNvSpPr/>
          <p:nvPr/>
        </p:nvSpPr>
        <p:spPr>
          <a:xfrm>
            <a:off x="1172718" y="4104284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181" name="Shape 94">
            <a:extLst>
              <a:ext uri="{FF2B5EF4-FFF2-40B4-BE49-F238E27FC236}">
                <a16:creationId xmlns:a16="http://schemas.microsoft.com/office/drawing/2014/main" id="{002D7105-0832-ABAF-FBD2-0CCF2A1409E6}"/>
              </a:ext>
            </a:extLst>
          </p:cNvPr>
          <p:cNvSpPr/>
          <p:nvPr/>
        </p:nvSpPr>
        <p:spPr>
          <a:xfrm>
            <a:off x="2521917" y="3622853"/>
            <a:ext cx="345640" cy="89611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83" name="Shape 97">
            <a:extLst>
              <a:ext uri="{FF2B5EF4-FFF2-40B4-BE49-F238E27FC236}">
                <a16:creationId xmlns:a16="http://schemas.microsoft.com/office/drawing/2014/main" id="{2CF212BD-CA68-2CED-B902-3CBA4B9406D8}"/>
              </a:ext>
            </a:extLst>
          </p:cNvPr>
          <p:cNvSpPr/>
          <p:nvPr/>
        </p:nvSpPr>
        <p:spPr>
          <a:xfrm flipH="1">
            <a:off x="2793492" y="3935578"/>
            <a:ext cx="238658" cy="260375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85" name="Shape 98">
            <a:extLst>
              <a:ext uri="{FF2B5EF4-FFF2-40B4-BE49-F238E27FC236}">
                <a16:creationId xmlns:a16="http://schemas.microsoft.com/office/drawing/2014/main" id="{68AF5B04-D9C4-7B3A-729F-2A47F15F2F40}"/>
              </a:ext>
            </a:extLst>
          </p:cNvPr>
          <p:cNvSpPr/>
          <p:nvPr/>
        </p:nvSpPr>
        <p:spPr>
          <a:xfrm>
            <a:off x="2793492" y="4215384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87" name="Shape 99">
            <a:extLst>
              <a:ext uri="{FF2B5EF4-FFF2-40B4-BE49-F238E27FC236}">
                <a16:creationId xmlns:a16="http://schemas.microsoft.com/office/drawing/2014/main" id="{659BEE70-73D2-B261-37CC-4190D37F6322}"/>
              </a:ext>
            </a:extLst>
          </p:cNvPr>
          <p:cNvSpPr/>
          <p:nvPr/>
        </p:nvSpPr>
        <p:spPr>
          <a:xfrm>
            <a:off x="2406701" y="4149547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89" name="Shape 100">
            <a:extLst>
              <a:ext uri="{FF2B5EF4-FFF2-40B4-BE49-F238E27FC236}">
                <a16:creationId xmlns:a16="http://schemas.microsoft.com/office/drawing/2014/main" id="{8E417F39-6382-7A83-6256-71297D2C4D6E}"/>
              </a:ext>
            </a:extLst>
          </p:cNvPr>
          <p:cNvSpPr/>
          <p:nvPr/>
        </p:nvSpPr>
        <p:spPr>
          <a:xfrm>
            <a:off x="2534717" y="3646628"/>
            <a:ext cx="51205" cy="367589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91" name="Shape 101">
            <a:extLst>
              <a:ext uri="{FF2B5EF4-FFF2-40B4-BE49-F238E27FC236}">
                <a16:creationId xmlns:a16="http://schemas.microsoft.com/office/drawing/2014/main" id="{4530A346-A303-607B-A59F-A9BE9FC40356}"/>
              </a:ext>
            </a:extLst>
          </p:cNvPr>
          <p:cNvSpPr/>
          <p:nvPr/>
        </p:nvSpPr>
        <p:spPr>
          <a:xfrm flipH="1">
            <a:off x="2318005" y="3622853"/>
            <a:ext cx="203910" cy="164591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93" name="Shape 102">
            <a:extLst>
              <a:ext uri="{FF2B5EF4-FFF2-40B4-BE49-F238E27FC236}">
                <a16:creationId xmlns:a16="http://schemas.microsoft.com/office/drawing/2014/main" id="{E9CD4DA1-7A55-D0F4-B7F5-43A78B68BBB3}"/>
              </a:ext>
            </a:extLst>
          </p:cNvPr>
          <p:cNvSpPr/>
          <p:nvPr/>
        </p:nvSpPr>
        <p:spPr>
          <a:xfrm>
            <a:off x="2867558" y="3688690"/>
            <a:ext cx="164590" cy="224942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195" name="Shape 103">
            <a:extLst>
              <a:ext uri="{FF2B5EF4-FFF2-40B4-BE49-F238E27FC236}">
                <a16:creationId xmlns:a16="http://schemas.microsoft.com/office/drawing/2014/main" id="{EA14CC34-5F76-4A4F-6A71-AD816F1902BF}"/>
              </a:ext>
            </a:extLst>
          </p:cNvPr>
          <p:cNvSpPr/>
          <p:nvPr/>
        </p:nvSpPr>
        <p:spPr>
          <a:xfrm>
            <a:off x="2254453" y="3758641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97" name="Shape 104">
            <a:extLst>
              <a:ext uri="{FF2B5EF4-FFF2-40B4-BE49-F238E27FC236}">
                <a16:creationId xmlns:a16="http://schemas.microsoft.com/office/drawing/2014/main" id="{B6C90EC2-586A-E4D6-45D2-34D26E2DD552}"/>
              </a:ext>
            </a:extLst>
          </p:cNvPr>
          <p:cNvSpPr/>
          <p:nvPr/>
        </p:nvSpPr>
        <p:spPr>
          <a:xfrm>
            <a:off x="2476652" y="3577590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199" name="Shape 105">
            <a:extLst>
              <a:ext uri="{FF2B5EF4-FFF2-40B4-BE49-F238E27FC236}">
                <a16:creationId xmlns:a16="http://schemas.microsoft.com/office/drawing/2014/main" id="{6D9BD3A1-A3CC-9671-95D4-29D80D0BA2B7}"/>
              </a:ext>
            </a:extLst>
          </p:cNvPr>
          <p:cNvSpPr/>
          <p:nvPr/>
        </p:nvSpPr>
        <p:spPr>
          <a:xfrm>
            <a:off x="2822296" y="3643427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01" name="Shape 106">
            <a:extLst>
              <a:ext uri="{FF2B5EF4-FFF2-40B4-BE49-F238E27FC236}">
                <a16:creationId xmlns:a16="http://schemas.microsoft.com/office/drawing/2014/main" id="{78A458D2-A01F-F35B-30CF-DAC872166B6B}"/>
              </a:ext>
            </a:extLst>
          </p:cNvPr>
          <p:cNvSpPr/>
          <p:nvPr/>
        </p:nvSpPr>
        <p:spPr>
          <a:xfrm>
            <a:off x="2986888" y="3890315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03" name="Shape 107">
            <a:extLst>
              <a:ext uri="{FF2B5EF4-FFF2-40B4-BE49-F238E27FC236}">
                <a16:creationId xmlns:a16="http://schemas.microsoft.com/office/drawing/2014/main" id="{2890E13D-34F1-A99C-9D20-DF456CEA8579}"/>
              </a:ext>
            </a:extLst>
          </p:cNvPr>
          <p:cNvSpPr/>
          <p:nvPr/>
        </p:nvSpPr>
        <p:spPr>
          <a:xfrm>
            <a:off x="2748229" y="4170121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05" name="Shape 108">
            <a:extLst>
              <a:ext uri="{FF2B5EF4-FFF2-40B4-BE49-F238E27FC236}">
                <a16:creationId xmlns:a16="http://schemas.microsoft.com/office/drawing/2014/main" id="{1A4D6582-8C80-6334-8D4B-7A13A7149F6C}"/>
              </a:ext>
            </a:extLst>
          </p:cNvPr>
          <p:cNvSpPr/>
          <p:nvPr/>
        </p:nvSpPr>
        <p:spPr>
          <a:xfrm>
            <a:off x="2534717" y="3954551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07" name="Text 113">
            <a:extLst>
              <a:ext uri="{FF2B5EF4-FFF2-40B4-BE49-F238E27FC236}">
                <a16:creationId xmlns:a16="http://schemas.microsoft.com/office/drawing/2014/main" id="{668AA8EC-6AEE-37E5-817B-089AC6B03702}"/>
              </a:ext>
            </a:extLst>
          </p:cNvPr>
          <p:cNvSpPr/>
          <p:nvPr/>
        </p:nvSpPr>
        <p:spPr>
          <a:xfrm>
            <a:off x="3234232" y="3673484"/>
            <a:ext cx="788205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二次型静态最优传输</a:t>
            </a:r>
            <a:endParaRPr lang="en-US" sz="1200" b="1" dirty="0"/>
          </a:p>
        </p:txBody>
      </p:sp>
      <p:sp>
        <p:nvSpPr>
          <p:cNvPr id="209" name="Text 114">
            <a:extLst>
              <a:ext uri="{FF2B5EF4-FFF2-40B4-BE49-F238E27FC236}">
                <a16:creationId xmlns:a16="http://schemas.microsoft.com/office/drawing/2014/main" id="{661EA0F2-63EF-C2F8-A67D-3E2DD99C7B14}"/>
              </a:ext>
            </a:extLst>
          </p:cNvPr>
          <p:cNvSpPr/>
          <p:nvPr/>
        </p:nvSpPr>
        <p:spPr>
          <a:xfrm>
            <a:off x="1335024" y="4443984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211" name="Text 115">
            <a:extLst>
              <a:ext uri="{FF2B5EF4-FFF2-40B4-BE49-F238E27FC236}">
                <a16:creationId xmlns:a16="http://schemas.microsoft.com/office/drawing/2014/main" id="{81022866-2992-0265-AD0F-D3215BAE6BF2}"/>
              </a:ext>
            </a:extLst>
          </p:cNvPr>
          <p:cNvSpPr/>
          <p:nvPr/>
        </p:nvSpPr>
        <p:spPr>
          <a:xfrm>
            <a:off x="2596896" y="4443984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213" name="Shape 116">
            <a:extLst>
              <a:ext uri="{FF2B5EF4-FFF2-40B4-BE49-F238E27FC236}">
                <a16:creationId xmlns:a16="http://schemas.microsoft.com/office/drawing/2014/main" id="{BFF88540-A718-3EB7-A454-5D0F127A749D}"/>
              </a:ext>
            </a:extLst>
          </p:cNvPr>
          <p:cNvSpPr/>
          <p:nvPr/>
        </p:nvSpPr>
        <p:spPr>
          <a:xfrm flipV="1">
            <a:off x="1110996" y="4663440"/>
            <a:ext cx="222199" cy="164592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15" name="Shape 117">
            <a:extLst>
              <a:ext uri="{FF2B5EF4-FFF2-40B4-BE49-F238E27FC236}">
                <a16:creationId xmlns:a16="http://schemas.microsoft.com/office/drawing/2014/main" id="{679A3E65-91CE-4204-7169-4029F3F1D8BC}"/>
              </a:ext>
            </a:extLst>
          </p:cNvPr>
          <p:cNvSpPr/>
          <p:nvPr/>
        </p:nvSpPr>
        <p:spPr>
          <a:xfrm>
            <a:off x="1333195" y="4646981"/>
            <a:ext cx="345643" cy="65837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17" name="Shape 118">
            <a:extLst>
              <a:ext uri="{FF2B5EF4-FFF2-40B4-BE49-F238E27FC236}">
                <a16:creationId xmlns:a16="http://schemas.microsoft.com/office/drawing/2014/main" id="{C6555F9B-E60F-D64A-CF6F-7C54F4F4A8E4}"/>
              </a:ext>
            </a:extLst>
          </p:cNvPr>
          <p:cNvSpPr/>
          <p:nvPr/>
        </p:nvSpPr>
        <p:spPr>
          <a:xfrm>
            <a:off x="1678838" y="4712818"/>
            <a:ext cx="164592" cy="246888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19" name="Shape 120">
            <a:extLst>
              <a:ext uri="{FF2B5EF4-FFF2-40B4-BE49-F238E27FC236}">
                <a16:creationId xmlns:a16="http://schemas.microsoft.com/office/drawing/2014/main" id="{B32580A3-4E7A-4441-0B62-E50428FC2001}"/>
              </a:ext>
            </a:extLst>
          </p:cNvPr>
          <p:cNvSpPr/>
          <p:nvPr/>
        </p:nvSpPr>
        <p:spPr>
          <a:xfrm>
            <a:off x="1604772" y="5239512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21" name="Shape 121">
            <a:extLst>
              <a:ext uri="{FF2B5EF4-FFF2-40B4-BE49-F238E27FC236}">
                <a16:creationId xmlns:a16="http://schemas.microsoft.com/office/drawing/2014/main" id="{6658475E-9630-F96A-562E-6258796A318F}"/>
              </a:ext>
            </a:extLst>
          </p:cNvPr>
          <p:cNvSpPr/>
          <p:nvPr/>
        </p:nvSpPr>
        <p:spPr>
          <a:xfrm>
            <a:off x="1217981" y="5173675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23" name="Shape 122">
            <a:extLst>
              <a:ext uri="{FF2B5EF4-FFF2-40B4-BE49-F238E27FC236}">
                <a16:creationId xmlns:a16="http://schemas.microsoft.com/office/drawing/2014/main" id="{B0F671AB-3104-48C5-88BA-E8040DA9FE9D}"/>
              </a:ext>
            </a:extLst>
          </p:cNvPr>
          <p:cNvSpPr/>
          <p:nvPr/>
        </p:nvSpPr>
        <p:spPr>
          <a:xfrm>
            <a:off x="1110996" y="4828032"/>
            <a:ext cx="106985" cy="338328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25" name="Shape 123">
            <a:extLst>
              <a:ext uri="{FF2B5EF4-FFF2-40B4-BE49-F238E27FC236}">
                <a16:creationId xmlns:a16="http://schemas.microsoft.com/office/drawing/2014/main" id="{44048046-174D-D559-526A-FCAE7EBFA61B}"/>
              </a:ext>
            </a:extLst>
          </p:cNvPr>
          <p:cNvSpPr/>
          <p:nvPr/>
        </p:nvSpPr>
        <p:spPr>
          <a:xfrm>
            <a:off x="1333194" y="4646980"/>
            <a:ext cx="280721" cy="583387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27" name="Shape 125">
            <a:extLst>
              <a:ext uri="{FF2B5EF4-FFF2-40B4-BE49-F238E27FC236}">
                <a16:creationId xmlns:a16="http://schemas.microsoft.com/office/drawing/2014/main" id="{93739749-BEF6-EC98-C8C4-2F49C79D4D51}"/>
              </a:ext>
            </a:extLst>
          </p:cNvPr>
          <p:cNvSpPr/>
          <p:nvPr/>
        </p:nvSpPr>
        <p:spPr>
          <a:xfrm>
            <a:off x="1065733" y="4782769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229" name="Shape 126">
            <a:extLst>
              <a:ext uri="{FF2B5EF4-FFF2-40B4-BE49-F238E27FC236}">
                <a16:creationId xmlns:a16="http://schemas.microsoft.com/office/drawing/2014/main" id="{065C0B61-B91C-B8CE-5E55-5CA0C5312C0C}"/>
              </a:ext>
            </a:extLst>
          </p:cNvPr>
          <p:cNvSpPr/>
          <p:nvPr/>
        </p:nvSpPr>
        <p:spPr>
          <a:xfrm>
            <a:off x="1168603" y="4790999"/>
            <a:ext cx="28804" cy="74066"/>
          </a:xfrm>
          <a:prstGeom prst="rect">
            <a:avLst/>
          </a:prstGeom>
          <a:solidFill>
            <a:srgbClr val="79A8D8"/>
          </a:solidFill>
          <a:ln w="6350">
            <a:solidFill>
              <a:srgbClr val="79A8D8"/>
            </a:solidFill>
            <a:prstDash val="solid"/>
          </a:ln>
        </p:spPr>
      </p:sp>
      <p:sp>
        <p:nvSpPr>
          <p:cNvPr id="231" name="Shape 127">
            <a:extLst>
              <a:ext uri="{FF2B5EF4-FFF2-40B4-BE49-F238E27FC236}">
                <a16:creationId xmlns:a16="http://schemas.microsoft.com/office/drawing/2014/main" id="{7E81B853-2789-A175-DE27-ABB521C78044}"/>
              </a:ext>
            </a:extLst>
          </p:cNvPr>
          <p:cNvSpPr/>
          <p:nvPr/>
        </p:nvSpPr>
        <p:spPr>
          <a:xfrm>
            <a:off x="1201522" y="4807458"/>
            <a:ext cx="28804" cy="57607"/>
          </a:xfrm>
          <a:prstGeom prst="rect">
            <a:avLst/>
          </a:prstGeom>
          <a:solidFill>
            <a:srgbClr val="F3B16B"/>
          </a:solidFill>
          <a:ln w="6350">
            <a:solidFill>
              <a:srgbClr val="F3B16B"/>
            </a:solidFill>
            <a:prstDash val="solid"/>
          </a:ln>
        </p:spPr>
      </p:sp>
      <p:sp>
        <p:nvSpPr>
          <p:cNvPr id="233" name="Shape 128">
            <a:extLst>
              <a:ext uri="{FF2B5EF4-FFF2-40B4-BE49-F238E27FC236}">
                <a16:creationId xmlns:a16="http://schemas.microsoft.com/office/drawing/2014/main" id="{3BA88858-E501-3967-EE67-5857427A9258}"/>
              </a:ext>
            </a:extLst>
          </p:cNvPr>
          <p:cNvSpPr/>
          <p:nvPr/>
        </p:nvSpPr>
        <p:spPr>
          <a:xfrm>
            <a:off x="1287932" y="4601718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235" name="Shape 129">
            <a:extLst>
              <a:ext uri="{FF2B5EF4-FFF2-40B4-BE49-F238E27FC236}">
                <a16:creationId xmlns:a16="http://schemas.microsoft.com/office/drawing/2014/main" id="{423108E2-D168-A9AB-FBC2-5EB46613E3BD}"/>
              </a:ext>
            </a:extLst>
          </p:cNvPr>
          <p:cNvSpPr/>
          <p:nvPr/>
        </p:nvSpPr>
        <p:spPr>
          <a:xfrm>
            <a:off x="1633576" y="4667555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237" name="Shape 130">
            <a:extLst>
              <a:ext uri="{FF2B5EF4-FFF2-40B4-BE49-F238E27FC236}">
                <a16:creationId xmlns:a16="http://schemas.microsoft.com/office/drawing/2014/main" id="{19A7831E-2EF7-0049-4B7E-77AA6994E2CE}"/>
              </a:ext>
            </a:extLst>
          </p:cNvPr>
          <p:cNvSpPr/>
          <p:nvPr/>
        </p:nvSpPr>
        <p:spPr>
          <a:xfrm>
            <a:off x="1736446" y="4675784"/>
            <a:ext cx="28804" cy="74066"/>
          </a:xfrm>
          <a:prstGeom prst="rect">
            <a:avLst/>
          </a:prstGeom>
          <a:solidFill>
            <a:srgbClr val="79A8D8"/>
          </a:solidFill>
          <a:ln w="6350">
            <a:solidFill>
              <a:srgbClr val="79A8D8"/>
            </a:solidFill>
            <a:prstDash val="solid"/>
          </a:ln>
        </p:spPr>
      </p:sp>
      <p:sp>
        <p:nvSpPr>
          <p:cNvPr id="239" name="Shape 131">
            <a:extLst>
              <a:ext uri="{FF2B5EF4-FFF2-40B4-BE49-F238E27FC236}">
                <a16:creationId xmlns:a16="http://schemas.microsoft.com/office/drawing/2014/main" id="{63FEE210-CBF1-61B0-9C24-AEBBAAF58DA0}"/>
              </a:ext>
            </a:extLst>
          </p:cNvPr>
          <p:cNvSpPr/>
          <p:nvPr/>
        </p:nvSpPr>
        <p:spPr>
          <a:xfrm>
            <a:off x="1769364" y="4692244"/>
            <a:ext cx="28804" cy="57607"/>
          </a:xfrm>
          <a:prstGeom prst="rect">
            <a:avLst/>
          </a:prstGeom>
          <a:solidFill>
            <a:srgbClr val="F3B16B"/>
          </a:solidFill>
          <a:ln w="6350">
            <a:solidFill>
              <a:srgbClr val="F3B16B"/>
            </a:solidFill>
            <a:prstDash val="solid"/>
          </a:ln>
        </p:spPr>
      </p:sp>
      <p:sp>
        <p:nvSpPr>
          <p:cNvPr id="241" name="Shape 132">
            <a:extLst>
              <a:ext uri="{FF2B5EF4-FFF2-40B4-BE49-F238E27FC236}">
                <a16:creationId xmlns:a16="http://schemas.microsoft.com/office/drawing/2014/main" id="{9D8A46DE-3CE3-893A-C921-02C67F73515D}"/>
              </a:ext>
            </a:extLst>
          </p:cNvPr>
          <p:cNvSpPr/>
          <p:nvPr/>
        </p:nvSpPr>
        <p:spPr>
          <a:xfrm>
            <a:off x="1798168" y="4914443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243" name="Shape 133">
            <a:extLst>
              <a:ext uri="{FF2B5EF4-FFF2-40B4-BE49-F238E27FC236}">
                <a16:creationId xmlns:a16="http://schemas.microsoft.com/office/drawing/2014/main" id="{77EC40A9-13D9-A3BD-1A1D-C031986CF27A}"/>
              </a:ext>
            </a:extLst>
          </p:cNvPr>
          <p:cNvSpPr/>
          <p:nvPr/>
        </p:nvSpPr>
        <p:spPr>
          <a:xfrm>
            <a:off x="1559509" y="5194249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245" name="Shape 134">
            <a:extLst>
              <a:ext uri="{FF2B5EF4-FFF2-40B4-BE49-F238E27FC236}">
                <a16:creationId xmlns:a16="http://schemas.microsoft.com/office/drawing/2014/main" id="{C638F954-99C9-2905-E3CE-F39D4E48C090}"/>
              </a:ext>
            </a:extLst>
          </p:cNvPr>
          <p:cNvSpPr/>
          <p:nvPr/>
        </p:nvSpPr>
        <p:spPr>
          <a:xfrm>
            <a:off x="1662379" y="5202479"/>
            <a:ext cx="28804" cy="74066"/>
          </a:xfrm>
          <a:prstGeom prst="rect">
            <a:avLst/>
          </a:prstGeom>
          <a:solidFill>
            <a:srgbClr val="79A8D8"/>
          </a:solidFill>
          <a:ln w="6350">
            <a:solidFill>
              <a:srgbClr val="79A8D8"/>
            </a:solidFill>
            <a:prstDash val="solid"/>
          </a:ln>
        </p:spPr>
      </p:sp>
      <p:sp>
        <p:nvSpPr>
          <p:cNvPr id="247" name="Shape 135">
            <a:extLst>
              <a:ext uri="{FF2B5EF4-FFF2-40B4-BE49-F238E27FC236}">
                <a16:creationId xmlns:a16="http://schemas.microsoft.com/office/drawing/2014/main" id="{6DE8FE5C-6E17-9525-39A5-C38A124E8D24}"/>
              </a:ext>
            </a:extLst>
          </p:cNvPr>
          <p:cNvSpPr/>
          <p:nvPr/>
        </p:nvSpPr>
        <p:spPr>
          <a:xfrm>
            <a:off x="1695298" y="5218938"/>
            <a:ext cx="28804" cy="57607"/>
          </a:xfrm>
          <a:prstGeom prst="rect">
            <a:avLst/>
          </a:prstGeom>
          <a:solidFill>
            <a:srgbClr val="F3B16B"/>
          </a:solidFill>
          <a:ln w="6350">
            <a:solidFill>
              <a:srgbClr val="F3B16B"/>
            </a:solidFill>
            <a:prstDash val="solid"/>
          </a:ln>
        </p:spPr>
      </p:sp>
      <p:sp>
        <p:nvSpPr>
          <p:cNvPr id="249" name="Shape 136">
            <a:extLst>
              <a:ext uri="{FF2B5EF4-FFF2-40B4-BE49-F238E27FC236}">
                <a16:creationId xmlns:a16="http://schemas.microsoft.com/office/drawing/2014/main" id="{F0581201-B731-4BFD-3911-2BA709EC67E1}"/>
              </a:ext>
            </a:extLst>
          </p:cNvPr>
          <p:cNvSpPr/>
          <p:nvPr/>
        </p:nvSpPr>
        <p:spPr>
          <a:xfrm>
            <a:off x="1172718" y="5128412"/>
            <a:ext cx="90526" cy="9052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251" name="Shape 137">
            <a:extLst>
              <a:ext uri="{FF2B5EF4-FFF2-40B4-BE49-F238E27FC236}">
                <a16:creationId xmlns:a16="http://schemas.microsoft.com/office/drawing/2014/main" id="{FC4389DD-C780-C922-52F2-BEB6B5018C45}"/>
              </a:ext>
            </a:extLst>
          </p:cNvPr>
          <p:cNvSpPr/>
          <p:nvPr/>
        </p:nvSpPr>
        <p:spPr>
          <a:xfrm flipV="1">
            <a:off x="2299717" y="4646981"/>
            <a:ext cx="222198" cy="181051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53" name="Shape 138">
            <a:extLst>
              <a:ext uri="{FF2B5EF4-FFF2-40B4-BE49-F238E27FC236}">
                <a16:creationId xmlns:a16="http://schemas.microsoft.com/office/drawing/2014/main" id="{3248FFFA-FEAD-41FD-3AB9-83CE3F9C56C3}"/>
              </a:ext>
            </a:extLst>
          </p:cNvPr>
          <p:cNvSpPr/>
          <p:nvPr/>
        </p:nvSpPr>
        <p:spPr>
          <a:xfrm>
            <a:off x="2521915" y="4646981"/>
            <a:ext cx="345643" cy="65837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55" name="Shape 139">
            <a:extLst>
              <a:ext uri="{FF2B5EF4-FFF2-40B4-BE49-F238E27FC236}">
                <a16:creationId xmlns:a16="http://schemas.microsoft.com/office/drawing/2014/main" id="{965DACDA-BA9F-B0E0-DDB7-93B03A20C862}"/>
              </a:ext>
            </a:extLst>
          </p:cNvPr>
          <p:cNvSpPr/>
          <p:nvPr/>
        </p:nvSpPr>
        <p:spPr>
          <a:xfrm>
            <a:off x="2867558" y="4712818"/>
            <a:ext cx="164592" cy="246888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57" name="Shape 141">
            <a:extLst>
              <a:ext uri="{FF2B5EF4-FFF2-40B4-BE49-F238E27FC236}">
                <a16:creationId xmlns:a16="http://schemas.microsoft.com/office/drawing/2014/main" id="{3CECDA3B-D24C-728A-42D1-A97D6427B064}"/>
              </a:ext>
            </a:extLst>
          </p:cNvPr>
          <p:cNvSpPr/>
          <p:nvPr/>
        </p:nvSpPr>
        <p:spPr>
          <a:xfrm>
            <a:off x="2793492" y="5239512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59" name="Shape 142">
            <a:extLst>
              <a:ext uri="{FF2B5EF4-FFF2-40B4-BE49-F238E27FC236}">
                <a16:creationId xmlns:a16="http://schemas.microsoft.com/office/drawing/2014/main" id="{6C65D689-1387-DAEB-D9E4-C56CA4222580}"/>
              </a:ext>
            </a:extLst>
          </p:cNvPr>
          <p:cNvSpPr/>
          <p:nvPr/>
        </p:nvSpPr>
        <p:spPr>
          <a:xfrm>
            <a:off x="2406701" y="5173675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61" name="Shape 143">
            <a:extLst>
              <a:ext uri="{FF2B5EF4-FFF2-40B4-BE49-F238E27FC236}">
                <a16:creationId xmlns:a16="http://schemas.microsoft.com/office/drawing/2014/main" id="{F45ABCCD-539D-5F38-CDD9-C9CA1CCB23C1}"/>
              </a:ext>
            </a:extLst>
          </p:cNvPr>
          <p:cNvSpPr/>
          <p:nvPr/>
        </p:nvSpPr>
        <p:spPr>
          <a:xfrm>
            <a:off x="2299716" y="4828032"/>
            <a:ext cx="90526" cy="338328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63" name="Shape 144">
            <a:extLst>
              <a:ext uri="{FF2B5EF4-FFF2-40B4-BE49-F238E27FC236}">
                <a16:creationId xmlns:a16="http://schemas.microsoft.com/office/drawing/2014/main" id="{FE962589-686F-AD62-08A4-EDF3B0B37BB5}"/>
              </a:ext>
            </a:extLst>
          </p:cNvPr>
          <p:cNvSpPr/>
          <p:nvPr/>
        </p:nvSpPr>
        <p:spPr>
          <a:xfrm>
            <a:off x="2521914" y="4646980"/>
            <a:ext cx="257859" cy="555497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265" name="Shape 146">
            <a:extLst>
              <a:ext uri="{FF2B5EF4-FFF2-40B4-BE49-F238E27FC236}">
                <a16:creationId xmlns:a16="http://schemas.microsoft.com/office/drawing/2014/main" id="{4D72A68E-8837-B770-1A19-12CE707178EF}"/>
              </a:ext>
            </a:extLst>
          </p:cNvPr>
          <p:cNvSpPr/>
          <p:nvPr/>
        </p:nvSpPr>
        <p:spPr>
          <a:xfrm>
            <a:off x="2254453" y="4782769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67" name="Shape 147">
            <a:extLst>
              <a:ext uri="{FF2B5EF4-FFF2-40B4-BE49-F238E27FC236}">
                <a16:creationId xmlns:a16="http://schemas.microsoft.com/office/drawing/2014/main" id="{B2E0D2CB-7FB1-9122-9CE2-EA8A8497FB44}"/>
              </a:ext>
            </a:extLst>
          </p:cNvPr>
          <p:cNvSpPr/>
          <p:nvPr/>
        </p:nvSpPr>
        <p:spPr>
          <a:xfrm>
            <a:off x="2357323" y="4790999"/>
            <a:ext cx="28804" cy="74066"/>
          </a:xfrm>
          <a:prstGeom prst="rect">
            <a:avLst/>
          </a:prstGeom>
          <a:solidFill>
            <a:srgbClr val="79A8D8"/>
          </a:solidFill>
          <a:ln w="6350">
            <a:solidFill>
              <a:srgbClr val="79A8D8"/>
            </a:solidFill>
            <a:prstDash val="solid"/>
          </a:ln>
        </p:spPr>
      </p:sp>
      <p:sp>
        <p:nvSpPr>
          <p:cNvPr id="269" name="Shape 148">
            <a:extLst>
              <a:ext uri="{FF2B5EF4-FFF2-40B4-BE49-F238E27FC236}">
                <a16:creationId xmlns:a16="http://schemas.microsoft.com/office/drawing/2014/main" id="{E0333F78-3B18-AF09-3779-DD6F862BBD25}"/>
              </a:ext>
            </a:extLst>
          </p:cNvPr>
          <p:cNvSpPr/>
          <p:nvPr/>
        </p:nvSpPr>
        <p:spPr>
          <a:xfrm>
            <a:off x="2390242" y="4807458"/>
            <a:ext cx="28804" cy="57607"/>
          </a:xfrm>
          <a:prstGeom prst="rect">
            <a:avLst/>
          </a:prstGeom>
          <a:solidFill>
            <a:srgbClr val="F3B16B"/>
          </a:solidFill>
          <a:ln w="6350">
            <a:solidFill>
              <a:srgbClr val="F3B16B"/>
            </a:solidFill>
            <a:prstDash val="solid"/>
          </a:ln>
        </p:spPr>
      </p:sp>
      <p:sp>
        <p:nvSpPr>
          <p:cNvPr id="271" name="Shape 149">
            <a:extLst>
              <a:ext uri="{FF2B5EF4-FFF2-40B4-BE49-F238E27FC236}">
                <a16:creationId xmlns:a16="http://schemas.microsoft.com/office/drawing/2014/main" id="{0156D845-F38F-210C-36D9-02B4BC8A554A}"/>
              </a:ext>
            </a:extLst>
          </p:cNvPr>
          <p:cNvSpPr/>
          <p:nvPr/>
        </p:nvSpPr>
        <p:spPr>
          <a:xfrm>
            <a:off x="2476652" y="4601718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73" name="Shape 150">
            <a:extLst>
              <a:ext uri="{FF2B5EF4-FFF2-40B4-BE49-F238E27FC236}">
                <a16:creationId xmlns:a16="http://schemas.microsoft.com/office/drawing/2014/main" id="{BB9F7FB0-F297-92AA-3884-0641C27628C4}"/>
              </a:ext>
            </a:extLst>
          </p:cNvPr>
          <p:cNvSpPr/>
          <p:nvPr/>
        </p:nvSpPr>
        <p:spPr>
          <a:xfrm>
            <a:off x="2822296" y="4667555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75" name="Shape 151">
            <a:extLst>
              <a:ext uri="{FF2B5EF4-FFF2-40B4-BE49-F238E27FC236}">
                <a16:creationId xmlns:a16="http://schemas.microsoft.com/office/drawing/2014/main" id="{050970CB-83DA-9581-A02C-EC3E0A744E57}"/>
              </a:ext>
            </a:extLst>
          </p:cNvPr>
          <p:cNvSpPr/>
          <p:nvPr/>
        </p:nvSpPr>
        <p:spPr>
          <a:xfrm>
            <a:off x="2925166" y="4675784"/>
            <a:ext cx="28804" cy="74066"/>
          </a:xfrm>
          <a:prstGeom prst="rect">
            <a:avLst/>
          </a:prstGeom>
          <a:solidFill>
            <a:srgbClr val="79A8D8"/>
          </a:solidFill>
          <a:ln w="6350">
            <a:solidFill>
              <a:srgbClr val="79A8D8"/>
            </a:solidFill>
            <a:prstDash val="solid"/>
          </a:ln>
        </p:spPr>
      </p:sp>
      <p:sp>
        <p:nvSpPr>
          <p:cNvPr id="277" name="Shape 152">
            <a:extLst>
              <a:ext uri="{FF2B5EF4-FFF2-40B4-BE49-F238E27FC236}">
                <a16:creationId xmlns:a16="http://schemas.microsoft.com/office/drawing/2014/main" id="{273343CE-972C-ECDE-FED0-E25A84A4CBE6}"/>
              </a:ext>
            </a:extLst>
          </p:cNvPr>
          <p:cNvSpPr/>
          <p:nvPr/>
        </p:nvSpPr>
        <p:spPr>
          <a:xfrm>
            <a:off x="2958084" y="4692244"/>
            <a:ext cx="28804" cy="57607"/>
          </a:xfrm>
          <a:prstGeom prst="rect">
            <a:avLst/>
          </a:prstGeom>
          <a:solidFill>
            <a:srgbClr val="F3B16B"/>
          </a:solidFill>
          <a:ln w="6350">
            <a:solidFill>
              <a:srgbClr val="F3B16B"/>
            </a:solidFill>
            <a:prstDash val="solid"/>
          </a:ln>
        </p:spPr>
      </p:sp>
      <p:sp>
        <p:nvSpPr>
          <p:cNvPr id="279" name="Shape 153">
            <a:extLst>
              <a:ext uri="{FF2B5EF4-FFF2-40B4-BE49-F238E27FC236}">
                <a16:creationId xmlns:a16="http://schemas.microsoft.com/office/drawing/2014/main" id="{E5DFF698-B1BC-9326-4025-6745EF78067F}"/>
              </a:ext>
            </a:extLst>
          </p:cNvPr>
          <p:cNvSpPr/>
          <p:nvPr/>
        </p:nvSpPr>
        <p:spPr>
          <a:xfrm>
            <a:off x="2986888" y="4914443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81" name="Shape 154">
            <a:extLst>
              <a:ext uri="{FF2B5EF4-FFF2-40B4-BE49-F238E27FC236}">
                <a16:creationId xmlns:a16="http://schemas.microsoft.com/office/drawing/2014/main" id="{A05D9608-345F-8BA0-5A16-C285EC4B71F5}"/>
              </a:ext>
            </a:extLst>
          </p:cNvPr>
          <p:cNvSpPr/>
          <p:nvPr/>
        </p:nvSpPr>
        <p:spPr>
          <a:xfrm>
            <a:off x="2748229" y="5194249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83" name="Shape 155">
            <a:extLst>
              <a:ext uri="{FF2B5EF4-FFF2-40B4-BE49-F238E27FC236}">
                <a16:creationId xmlns:a16="http://schemas.microsoft.com/office/drawing/2014/main" id="{9DC0BAC3-A965-AB00-479E-22063A916B3D}"/>
              </a:ext>
            </a:extLst>
          </p:cNvPr>
          <p:cNvSpPr/>
          <p:nvPr/>
        </p:nvSpPr>
        <p:spPr>
          <a:xfrm>
            <a:off x="2851099" y="5202479"/>
            <a:ext cx="28804" cy="74066"/>
          </a:xfrm>
          <a:prstGeom prst="rect">
            <a:avLst/>
          </a:prstGeom>
          <a:solidFill>
            <a:srgbClr val="79A8D8"/>
          </a:solidFill>
          <a:ln w="6350">
            <a:solidFill>
              <a:srgbClr val="79A8D8"/>
            </a:solidFill>
            <a:prstDash val="solid"/>
          </a:ln>
        </p:spPr>
      </p:sp>
      <p:sp>
        <p:nvSpPr>
          <p:cNvPr id="285" name="Shape 156">
            <a:extLst>
              <a:ext uri="{FF2B5EF4-FFF2-40B4-BE49-F238E27FC236}">
                <a16:creationId xmlns:a16="http://schemas.microsoft.com/office/drawing/2014/main" id="{C3E67536-3C75-F31C-58AC-78A45CB24530}"/>
              </a:ext>
            </a:extLst>
          </p:cNvPr>
          <p:cNvSpPr/>
          <p:nvPr/>
        </p:nvSpPr>
        <p:spPr>
          <a:xfrm>
            <a:off x="2884018" y="5218938"/>
            <a:ext cx="28804" cy="57607"/>
          </a:xfrm>
          <a:prstGeom prst="rect">
            <a:avLst/>
          </a:prstGeom>
          <a:solidFill>
            <a:srgbClr val="F3B16B"/>
          </a:solidFill>
          <a:ln w="6350">
            <a:solidFill>
              <a:srgbClr val="F3B16B"/>
            </a:solidFill>
            <a:prstDash val="solid"/>
          </a:ln>
        </p:spPr>
      </p:sp>
      <p:sp>
        <p:nvSpPr>
          <p:cNvPr id="287" name="Shape 157">
            <a:extLst>
              <a:ext uri="{FF2B5EF4-FFF2-40B4-BE49-F238E27FC236}">
                <a16:creationId xmlns:a16="http://schemas.microsoft.com/office/drawing/2014/main" id="{F001CA9E-968B-E8DD-6D52-9CAF798F8DD3}"/>
              </a:ext>
            </a:extLst>
          </p:cNvPr>
          <p:cNvSpPr/>
          <p:nvPr/>
        </p:nvSpPr>
        <p:spPr>
          <a:xfrm>
            <a:off x="2361438" y="5128412"/>
            <a:ext cx="90526" cy="9052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289" name="Text 163">
            <a:extLst>
              <a:ext uri="{FF2B5EF4-FFF2-40B4-BE49-F238E27FC236}">
                <a16:creationId xmlns:a16="http://schemas.microsoft.com/office/drawing/2014/main" id="{2B10E991-B6CE-4B52-0CED-8C5A7AA756F1}"/>
              </a:ext>
            </a:extLst>
          </p:cNvPr>
          <p:cNvSpPr/>
          <p:nvPr/>
        </p:nvSpPr>
        <p:spPr>
          <a:xfrm>
            <a:off x="3234232" y="4734188"/>
            <a:ext cx="86227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二次型静态最优传输</a:t>
            </a:r>
            <a:endParaRPr lang="en-US" sz="1200" b="1" dirty="0"/>
          </a:p>
        </p:txBody>
      </p:sp>
      <p:sp>
        <p:nvSpPr>
          <p:cNvPr id="291" name="Text 164">
            <a:extLst>
              <a:ext uri="{FF2B5EF4-FFF2-40B4-BE49-F238E27FC236}">
                <a16:creationId xmlns:a16="http://schemas.microsoft.com/office/drawing/2014/main" id="{D4AE8B97-1D01-6503-8C23-741CCEB11DBC}"/>
              </a:ext>
            </a:extLst>
          </p:cNvPr>
          <p:cNvSpPr/>
          <p:nvPr/>
        </p:nvSpPr>
        <p:spPr>
          <a:xfrm>
            <a:off x="4480560" y="1759676"/>
            <a:ext cx="914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OT-CFM</a:t>
            </a:r>
            <a:endParaRPr lang="en-US" sz="1050" dirty="0"/>
          </a:p>
        </p:txBody>
      </p:sp>
      <p:sp>
        <p:nvSpPr>
          <p:cNvPr id="293" name="Shape 165">
            <a:extLst>
              <a:ext uri="{FF2B5EF4-FFF2-40B4-BE49-F238E27FC236}">
                <a16:creationId xmlns:a16="http://schemas.microsoft.com/office/drawing/2014/main" id="{047E3BCA-010C-1677-49BE-8BE4C918D35C}"/>
              </a:ext>
            </a:extLst>
          </p:cNvPr>
          <p:cNvSpPr/>
          <p:nvPr/>
        </p:nvSpPr>
        <p:spPr>
          <a:xfrm>
            <a:off x="4251960" y="2189444"/>
            <a:ext cx="7680960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295" name="Text 166">
            <a:extLst>
              <a:ext uri="{FF2B5EF4-FFF2-40B4-BE49-F238E27FC236}">
                <a16:creationId xmlns:a16="http://schemas.microsoft.com/office/drawing/2014/main" id="{3F8B7CBE-6B0A-9A32-398C-CA4D731B8645}"/>
              </a:ext>
            </a:extLst>
          </p:cNvPr>
          <p:cNvSpPr/>
          <p:nvPr/>
        </p:nvSpPr>
        <p:spPr>
          <a:xfrm>
            <a:off x="4454958" y="2509485"/>
            <a:ext cx="1069847" cy="3749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WFR-FM, SUDO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97" name="Shape 167">
            <a:extLst>
              <a:ext uri="{FF2B5EF4-FFF2-40B4-BE49-F238E27FC236}">
                <a16:creationId xmlns:a16="http://schemas.microsoft.com/office/drawing/2014/main" id="{A045026E-166C-D847-A309-309DDBD8E272}"/>
              </a:ext>
            </a:extLst>
          </p:cNvPr>
          <p:cNvSpPr/>
          <p:nvPr/>
        </p:nvSpPr>
        <p:spPr>
          <a:xfrm>
            <a:off x="4251960" y="2994116"/>
            <a:ext cx="7680960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299" name="Text 168">
            <a:extLst>
              <a:ext uri="{FF2B5EF4-FFF2-40B4-BE49-F238E27FC236}">
                <a16:creationId xmlns:a16="http://schemas.microsoft.com/office/drawing/2014/main" id="{D71FE6D0-76FB-C3F4-73B1-D15C467333B9}"/>
              </a:ext>
            </a:extLst>
          </p:cNvPr>
          <p:cNvSpPr/>
          <p:nvPr/>
        </p:nvSpPr>
        <p:spPr>
          <a:xfrm>
            <a:off x="4480560" y="3369020"/>
            <a:ext cx="914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01" name="Shape 169">
            <a:extLst>
              <a:ext uri="{FF2B5EF4-FFF2-40B4-BE49-F238E27FC236}">
                <a16:creationId xmlns:a16="http://schemas.microsoft.com/office/drawing/2014/main" id="{CCFC3C01-83FA-88DC-A8B0-45D54F33FD3D}"/>
              </a:ext>
            </a:extLst>
          </p:cNvPr>
          <p:cNvSpPr/>
          <p:nvPr/>
        </p:nvSpPr>
        <p:spPr>
          <a:xfrm>
            <a:off x="4251960" y="3798788"/>
            <a:ext cx="7680960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303" name="Text 170">
            <a:extLst>
              <a:ext uri="{FF2B5EF4-FFF2-40B4-BE49-F238E27FC236}">
                <a16:creationId xmlns:a16="http://schemas.microsoft.com/office/drawing/2014/main" id="{63669E4D-63AC-D64F-C78B-14B69F2593D4}"/>
              </a:ext>
            </a:extLst>
          </p:cNvPr>
          <p:cNvSpPr/>
          <p:nvPr/>
        </p:nvSpPr>
        <p:spPr>
          <a:xfrm>
            <a:off x="4480560" y="4173692"/>
            <a:ext cx="914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WFR-DFM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05" name="Shape 171">
            <a:extLst>
              <a:ext uri="{FF2B5EF4-FFF2-40B4-BE49-F238E27FC236}">
                <a16:creationId xmlns:a16="http://schemas.microsoft.com/office/drawing/2014/main" id="{52684788-6139-157B-5281-F2F25D6B080B}"/>
              </a:ext>
            </a:extLst>
          </p:cNvPr>
          <p:cNvSpPr/>
          <p:nvPr/>
        </p:nvSpPr>
        <p:spPr>
          <a:xfrm>
            <a:off x="4251960" y="4603460"/>
            <a:ext cx="7680960" cy="0"/>
          </a:xfrm>
          <a:prstGeom prst="line">
            <a:avLst/>
          </a:prstGeom>
          <a:noFill/>
          <a:ln w="6985">
            <a:solidFill>
              <a:srgbClr val="D7DAD7"/>
            </a:solidFill>
            <a:prstDash val="solid"/>
            <a:tailEnd type="none"/>
          </a:ln>
        </p:spPr>
      </p:sp>
      <p:sp>
        <p:nvSpPr>
          <p:cNvPr id="307" name="Text 174">
            <a:extLst>
              <a:ext uri="{FF2B5EF4-FFF2-40B4-BE49-F238E27FC236}">
                <a16:creationId xmlns:a16="http://schemas.microsoft.com/office/drawing/2014/main" id="{01825E15-2038-E4E9-3058-4BA16A07BDD2}"/>
              </a:ext>
            </a:extLst>
          </p:cNvPr>
          <p:cNvSpPr/>
          <p:nvPr/>
        </p:nvSpPr>
        <p:spPr>
          <a:xfrm>
            <a:off x="4480560" y="4939911"/>
            <a:ext cx="914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TP-DATE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09" name="Text 175">
            <a:extLst>
              <a:ext uri="{FF2B5EF4-FFF2-40B4-BE49-F238E27FC236}">
                <a16:creationId xmlns:a16="http://schemas.microsoft.com/office/drawing/2014/main" id="{E85A4E93-7101-F34A-5010-A6FAED02A5DF}"/>
              </a:ext>
            </a:extLst>
          </p:cNvPr>
          <p:cNvSpPr/>
          <p:nvPr/>
        </p:nvSpPr>
        <p:spPr>
          <a:xfrm>
            <a:off x="5577840" y="1402076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311" name="Text 176">
            <a:extLst>
              <a:ext uri="{FF2B5EF4-FFF2-40B4-BE49-F238E27FC236}">
                <a16:creationId xmlns:a16="http://schemas.microsoft.com/office/drawing/2014/main" id="{73EC5ABF-4F06-5330-3560-75AF39980327}"/>
              </a:ext>
            </a:extLst>
          </p:cNvPr>
          <p:cNvSpPr/>
          <p:nvPr/>
        </p:nvSpPr>
        <p:spPr>
          <a:xfrm>
            <a:off x="9601200" y="1402076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313" name="Shape 177">
            <a:extLst>
              <a:ext uri="{FF2B5EF4-FFF2-40B4-BE49-F238E27FC236}">
                <a16:creationId xmlns:a16="http://schemas.microsoft.com/office/drawing/2014/main" id="{83AF6A5D-1B04-18BD-D080-866FA064F60F}"/>
              </a:ext>
            </a:extLst>
          </p:cNvPr>
          <p:cNvSpPr/>
          <p:nvPr/>
        </p:nvSpPr>
        <p:spPr>
          <a:xfrm>
            <a:off x="5568696" y="1594100"/>
            <a:ext cx="128016" cy="12801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15" name="Shape 178">
            <a:extLst>
              <a:ext uri="{FF2B5EF4-FFF2-40B4-BE49-F238E27FC236}">
                <a16:creationId xmlns:a16="http://schemas.microsoft.com/office/drawing/2014/main" id="{C351BA82-243A-4A8F-33A1-D0A764884FA6}"/>
              </a:ext>
            </a:extLst>
          </p:cNvPr>
          <p:cNvSpPr/>
          <p:nvPr/>
        </p:nvSpPr>
        <p:spPr>
          <a:xfrm>
            <a:off x="6414516" y="1635248"/>
            <a:ext cx="64008" cy="6400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17" name="Shape 179">
            <a:extLst>
              <a:ext uri="{FF2B5EF4-FFF2-40B4-BE49-F238E27FC236}">
                <a16:creationId xmlns:a16="http://schemas.microsoft.com/office/drawing/2014/main" id="{EB537860-F172-A569-4749-B361E7A165FC}"/>
              </a:ext>
            </a:extLst>
          </p:cNvPr>
          <p:cNvSpPr/>
          <p:nvPr/>
        </p:nvSpPr>
        <p:spPr>
          <a:xfrm>
            <a:off x="7228332" y="1644392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19" name="Shape 180">
            <a:extLst>
              <a:ext uri="{FF2B5EF4-FFF2-40B4-BE49-F238E27FC236}">
                <a16:creationId xmlns:a16="http://schemas.microsoft.com/office/drawing/2014/main" id="{C1972E52-ED72-AF35-D0CA-5150273908FA}"/>
              </a:ext>
            </a:extLst>
          </p:cNvPr>
          <p:cNvSpPr/>
          <p:nvPr/>
        </p:nvSpPr>
        <p:spPr>
          <a:xfrm>
            <a:off x="8033004" y="1639820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21" name="Shape 181">
            <a:extLst>
              <a:ext uri="{FF2B5EF4-FFF2-40B4-BE49-F238E27FC236}">
                <a16:creationId xmlns:a16="http://schemas.microsoft.com/office/drawing/2014/main" id="{29F0C3DB-1486-6FA5-5BC7-5D89E21F5C87}"/>
              </a:ext>
            </a:extLst>
          </p:cNvPr>
          <p:cNvSpPr/>
          <p:nvPr/>
        </p:nvSpPr>
        <p:spPr>
          <a:xfrm>
            <a:off x="8855964" y="1644392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23" name="Shape 182">
            <a:extLst>
              <a:ext uri="{FF2B5EF4-FFF2-40B4-BE49-F238E27FC236}">
                <a16:creationId xmlns:a16="http://schemas.microsoft.com/office/drawing/2014/main" id="{CF8AC7E9-9A84-D6ED-6D59-FBAF13F7D2DE}"/>
              </a:ext>
            </a:extLst>
          </p:cNvPr>
          <p:cNvSpPr/>
          <p:nvPr/>
        </p:nvSpPr>
        <p:spPr>
          <a:xfrm>
            <a:off x="9624060" y="1589528"/>
            <a:ext cx="137160" cy="137160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325" name="Shape 183">
            <a:extLst>
              <a:ext uri="{FF2B5EF4-FFF2-40B4-BE49-F238E27FC236}">
                <a16:creationId xmlns:a16="http://schemas.microsoft.com/office/drawing/2014/main" id="{58AF5D40-E382-49C8-AFCD-F458E78EBEAD}"/>
              </a:ext>
            </a:extLst>
          </p:cNvPr>
          <p:cNvSpPr/>
          <p:nvPr/>
        </p:nvSpPr>
        <p:spPr>
          <a:xfrm>
            <a:off x="5715000" y="1658108"/>
            <a:ext cx="3858768" cy="0"/>
          </a:xfrm>
          <a:prstGeom prst="line">
            <a:avLst/>
          </a:prstGeom>
          <a:noFill/>
          <a:ln w="5715">
            <a:solidFill>
              <a:srgbClr val="4B4E50"/>
            </a:solidFill>
            <a:prstDash val="solid"/>
            <a:tailEnd type="triangle"/>
          </a:ln>
        </p:spPr>
      </p:sp>
      <p:sp>
        <p:nvSpPr>
          <p:cNvPr id="327" name="Shape 184">
            <a:extLst>
              <a:ext uri="{FF2B5EF4-FFF2-40B4-BE49-F238E27FC236}">
                <a16:creationId xmlns:a16="http://schemas.microsoft.com/office/drawing/2014/main" id="{E7340DF3-9045-DF45-B000-CF95BE1CA5CC}"/>
              </a:ext>
            </a:extLst>
          </p:cNvPr>
          <p:cNvSpPr/>
          <p:nvPr/>
        </p:nvSpPr>
        <p:spPr>
          <a:xfrm>
            <a:off x="5568696" y="1776980"/>
            <a:ext cx="128016" cy="12801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29" name="Shape 185">
            <a:extLst>
              <a:ext uri="{FF2B5EF4-FFF2-40B4-BE49-F238E27FC236}">
                <a16:creationId xmlns:a16="http://schemas.microsoft.com/office/drawing/2014/main" id="{C86A1FC9-DCBF-BADA-1A9D-31E2A4AE1487}"/>
              </a:ext>
            </a:extLst>
          </p:cNvPr>
          <p:cNvSpPr/>
          <p:nvPr/>
        </p:nvSpPr>
        <p:spPr>
          <a:xfrm>
            <a:off x="6414516" y="1818128"/>
            <a:ext cx="64008" cy="6400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31" name="Shape 186">
            <a:extLst>
              <a:ext uri="{FF2B5EF4-FFF2-40B4-BE49-F238E27FC236}">
                <a16:creationId xmlns:a16="http://schemas.microsoft.com/office/drawing/2014/main" id="{C141B2D0-E5C7-CC96-3F83-BA1B301020DA}"/>
              </a:ext>
            </a:extLst>
          </p:cNvPr>
          <p:cNvSpPr/>
          <p:nvPr/>
        </p:nvSpPr>
        <p:spPr>
          <a:xfrm>
            <a:off x="7228332" y="1827272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33" name="Shape 187">
            <a:extLst>
              <a:ext uri="{FF2B5EF4-FFF2-40B4-BE49-F238E27FC236}">
                <a16:creationId xmlns:a16="http://schemas.microsoft.com/office/drawing/2014/main" id="{CF56A1A6-45B3-47CD-772E-2BAA17D516E4}"/>
              </a:ext>
            </a:extLst>
          </p:cNvPr>
          <p:cNvSpPr/>
          <p:nvPr/>
        </p:nvSpPr>
        <p:spPr>
          <a:xfrm>
            <a:off x="8033004" y="1822700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35" name="Shape 188">
            <a:extLst>
              <a:ext uri="{FF2B5EF4-FFF2-40B4-BE49-F238E27FC236}">
                <a16:creationId xmlns:a16="http://schemas.microsoft.com/office/drawing/2014/main" id="{725A53F1-1707-158F-DAAF-647746A421EC}"/>
              </a:ext>
            </a:extLst>
          </p:cNvPr>
          <p:cNvSpPr/>
          <p:nvPr/>
        </p:nvSpPr>
        <p:spPr>
          <a:xfrm>
            <a:off x="8855964" y="1827272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37" name="Shape 189">
            <a:extLst>
              <a:ext uri="{FF2B5EF4-FFF2-40B4-BE49-F238E27FC236}">
                <a16:creationId xmlns:a16="http://schemas.microsoft.com/office/drawing/2014/main" id="{875382F4-EF68-32D1-6E92-6FC4C46E3998}"/>
              </a:ext>
            </a:extLst>
          </p:cNvPr>
          <p:cNvSpPr/>
          <p:nvPr/>
        </p:nvSpPr>
        <p:spPr>
          <a:xfrm>
            <a:off x="9624060" y="1772408"/>
            <a:ext cx="137160" cy="137160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339" name="Shape 190">
            <a:extLst>
              <a:ext uri="{FF2B5EF4-FFF2-40B4-BE49-F238E27FC236}">
                <a16:creationId xmlns:a16="http://schemas.microsoft.com/office/drawing/2014/main" id="{0C1F03D8-1AB3-9FED-173C-72B5A3F6B9FB}"/>
              </a:ext>
            </a:extLst>
          </p:cNvPr>
          <p:cNvSpPr/>
          <p:nvPr/>
        </p:nvSpPr>
        <p:spPr>
          <a:xfrm>
            <a:off x="5715000" y="1840988"/>
            <a:ext cx="3858768" cy="0"/>
          </a:xfrm>
          <a:prstGeom prst="line">
            <a:avLst/>
          </a:prstGeom>
          <a:noFill/>
          <a:ln w="5715">
            <a:solidFill>
              <a:srgbClr val="4B4E50"/>
            </a:solidFill>
            <a:prstDash val="solid"/>
            <a:tailEnd type="triangle"/>
          </a:ln>
        </p:spPr>
      </p:sp>
      <p:sp>
        <p:nvSpPr>
          <p:cNvPr id="341" name="Shape 191">
            <a:extLst>
              <a:ext uri="{FF2B5EF4-FFF2-40B4-BE49-F238E27FC236}">
                <a16:creationId xmlns:a16="http://schemas.microsoft.com/office/drawing/2014/main" id="{C5360FB5-C76A-19E1-F48E-64559CB5A891}"/>
              </a:ext>
            </a:extLst>
          </p:cNvPr>
          <p:cNvSpPr/>
          <p:nvPr/>
        </p:nvSpPr>
        <p:spPr>
          <a:xfrm>
            <a:off x="5568696" y="1959860"/>
            <a:ext cx="128016" cy="12801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43" name="Shape 192">
            <a:extLst>
              <a:ext uri="{FF2B5EF4-FFF2-40B4-BE49-F238E27FC236}">
                <a16:creationId xmlns:a16="http://schemas.microsoft.com/office/drawing/2014/main" id="{D66E09E7-1A43-C320-9008-DA9286327C8A}"/>
              </a:ext>
            </a:extLst>
          </p:cNvPr>
          <p:cNvSpPr/>
          <p:nvPr/>
        </p:nvSpPr>
        <p:spPr>
          <a:xfrm>
            <a:off x="6414516" y="2001008"/>
            <a:ext cx="64008" cy="6400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45" name="Shape 193">
            <a:extLst>
              <a:ext uri="{FF2B5EF4-FFF2-40B4-BE49-F238E27FC236}">
                <a16:creationId xmlns:a16="http://schemas.microsoft.com/office/drawing/2014/main" id="{616A7D1E-0149-BCF4-BD29-70560422DD7A}"/>
              </a:ext>
            </a:extLst>
          </p:cNvPr>
          <p:cNvSpPr/>
          <p:nvPr/>
        </p:nvSpPr>
        <p:spPr>
          <a:xfrm>
            <a:off x="7228332" y="2010152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47" name="Shape 194">
            <a:extLst>
              <a:ext uri="{FF2B5EF4-FFF2-40B4-BE49-F238E27FC236}">
                <a16:creationId xmlns:a16="http://schemas.microsoft.com/office/drawing/2014/main" id="{851C525D-F3AA-28CF-D5B4-7ADCACF03C39}"/>
              </a:ext>
            </a:extLst>
          </p:cNvPr>
          <p:cNvSpPr/>
          <p:nvPr/>
        </p:nvSpPr>
        <p:spPr>
          <a:xfrm>
            <a:off x="8033004" y="2005580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49" name="Shape 195">
            <a:extLst>
              <a:ext uri="{FF2B5EF4-FFF2-40B4-BE49-F238E27FC236}">
                <a16:creationId xmlns:a16="http://schemas.microsoft.com/office/drawing/2014/main" id="{92A51871-7A40-8F69-8C29-692626ECDE29}"/>
              </a:ext>
            </a:extLst>
          </p:cNvPr>
          <p:cNvSpPr/>
          <p:nvPr/>
        </p:nvSpPr>
        <p:spPr>
          <a:xfrm>
            <a:off x="8855964" y="2010152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51" name="Shape 196">
            <a:extLst>
              <a:ext uri="{FF2B5EF4-FFF2-40B4-BE49-F238E27FC236}">
                <a16:creationId xmlns:a16="http://schemas.microsoft.com/office/drawing/2014/main" id="{12C40797-A40E-450A-6236-E1174F9B851F}"/>
              </a:ext>
            </a:extLst>
          </p:cNvPr>
          <p:cNvSpPr/>
          <p:nvPr/>
        </p:nvSpPr>
        <p:spPr>
          <a:xfrm>
            <a:off x="9624060" y="1955288"/>
            <a:ext cx="137160" cy="137160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353" name="Shape 197">
            <a:extLst>
              <a:ext uri="{FF2B5EF4-FFF2-40B4-BE49-F238E27FC236}">
                <a16:creationId xmlns:a16="http://schemas.microsoft.com/office/drawing/2014/main" id="{90307F77-20E4-C36F-8A64-C43D60E4E644}"/>
              </a:ext>
            </a:extLst>
          </p:cNvPr>
          <p:cNvSpPr/>
          <p:nvPr/>
        </p:nvSpPr>
        <p:spPr>
          <a:xfrm>
            <a:off x="5715000" y="2023868"/>
            <a:ext cx="3858768" cy="0"/>
          </a:xfrm>
          <a:prstGeom prst="line">
            <a:avLst/>
          </a:prstGeom>
          <a:noFill/>
          <a:ln w="5715">
            <a:solidFill>
              <a:srgbClr val="4B4E50"/>
            </a:solidFill>
            <a:prstDash val="solid"/>
            <a:tailEnd type="triangle"/>
          </a:ln>
        </p:spPr>
      </p:sp>
      <p:sp>
        <p:nvSpPr>
          <p:cNvPr id="355" name="Text 199">
            <a:extLst>
              <a:ext uri="{FF2B5EF4-FFF2-40B4-BE49-F238E27FC236}">
                <a16:creationId xmlns:a16="http://schemas.microsoft.com/office/drawing/2014/main" id="{8D6E10B6-BBF7-5EFE-CA0C-3E40F9C22367}"/>
              </a:ext>
            </a:extLst>
          </p:cNvPr>
          <p:cNvSpPr/>
          <p:nvPr/>
        </p:nvSpPr>
        <p:spPr>
          <a:xfrm>
            <a:off x="5577840" y="2331777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357" name="Text 200">
            <a:extLst>
              <a:ext uri="{FF2B5EF4-FFF2-40B4-BE49-F238E27FC236}">
                <a16:creationId xmlns:a16="http://schemas.microsoft.com/office/drawing/2014/main" id="{53EB6A38-2178-574B-B3A6-37A7F64F8FB4}"/>
              </a:ext>
            </a:extLst>
          </p:cNvPr>
          <p:cNvSpPr/>
          <p:nvPr/>
        </p:nvSpPr>
        <p:spPr>
          <a:xfrm>
            <a:off x="9601200" y="2331777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359" name="Shape 201">
            <a:extLst>
              <a:ext uri="{FF2B5EF4-FFF2-40B4-BE49-F238E27FC236}">
                <a16:creationId xmlns:a16="http://schemas.microsoft.com/office/drawing/2014/main" id="{34A17935-7294-7633-45A0-7703E9483152}"/>
              </a:ext>
            </a:extLst>
          </p:cNvPr>
          <p:cNvSpPr/>
          <p:nvPr/>
        </p:nvSpPr>
        <p:spPr>
          <a:xfrm>
            <a:off x="5696712" y="2619212"/>
            <a:ext cx="713232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61" name="Shape 202">
            <a:extLst>
              <a:ext uri="{FF2B5EF4-FFF2-40B4-BE49-F238E27FC236}">
                <a16:creationId xmlns:a16="http://schemas.microsoft.com/office/drawing/2014/main" id="{D73951A4-CF85-446C-18E3-9D14DF90B573}"/>
              </a:ext>
            </a:extLst>
          </p:cNvPr>
          <p:cNvSpPr/>
          <p:nvPr/>
        </p:nvSpPr>
        <p:spPr>
          <a:xfrm>
            <a:off x="6574536" y="2619212"/>
            <a:ext cx="603504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63" name="Shape 203">
            <a:extLst>
              <a:ext uri="{FF2B5EF4-FFF2-40B4-BE49-F238E27FC236}">
                <a16:creationId xmlns:a16="http://schemas.microsoft.com/office/drawing/2014/main" id="{45C21A6C-39F7-1193-58D3-4B7EA03FD4D3}"/>
              </a:ext>
            </a:extLst>
          </p:cNvPr>
          <p:cNvSpPr/>
          <p:nvPr/>
        </p:nvSpPr>
        <p:spPr>
          <a:xfrm>
            <a:off x="7360920" y="2619212"/>
            <a:ext cx="621792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65" name="Shape 204">
            <a:extLst>
              <a:ext uri="{FF2B5EF4-FFF2-40B4-BE49-F238E27FC236}">
                <a16:creationId xmlns:a16="http://schemas.microsoft.com/office/drawing/2014/main" id="{D8A7222B-B70B-2550-D3FB-C849F490F43B}"/>
              </a:ext>
            </a:extLst>
          </p:cNvPr>
          <p:cNvSpPr/>
          <p:nvPr/>
        </p:nvSpPr>
        <p:spPr>
          <a:xfrm>
            <a:off x="8202168" y="2619212"/>
            <a:ext cx="585216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67" name="Shape 205">
            <a:extLst>
              <a:ext uri="{FF2B5EF4-FFF2-40B4-BE49-F238E27FC236}">
                <a16:creationId xmlns:a16="http://schemas.microsoft.com/office/drawing/2014/main" id="{A0145DF1-18C4-820A-C655-9689BF8D330B}"/>
              </a:ext>
            </a:extLst>
          </p:cNvPr>
          <p:cNvSpPr/>
          <p:nvPr/>
        </p:nvSpPr>
        <p:spPr>
          <a:xfrm>
            <a:off x="9043416" y="2619212"/>
            <a:ext cx="548640" cy="0"/>
          </a:xfrm>
          <a:prstGeom prst="line">
            <a:avLst/>
          </a:prstGeom>
          <a:noFill/>
          <a:ln w="6985">
            <a:solidFill>
              <a:srgbClr val="E09A55"/>
            </a:solidFill>
            <a:prstDash val="solid"/>
            <a:tailEnd type="triangle"/>
          </a:ln>
        </p:spPr>
      </p:sp>
      <p:sp>
        <p:nvSpPr>
          <p:cNvPr id="369" name="Shape 206">
            <a:extLst>
              <a:ext uri="{FF2B5EF4-FFF2-40B4-BE49-F238E27FC236}">
                <a16:creationId xmlns:a16="http://schemas.microsoft.com/office/drawing/2014/main" id="{E6D1C589-BA06-79B0-4967-1BEA30C56548}"/>
              </a:ext>
            </a:extLst>
          </p:cNvPr>
          <p:cNvSpPr/>
          <p:nvPr/>
        </p:nvSpPr>
        <p:spPr>
          <a:xfrm>
            <a:off x="5568696" y="2555204"/>
            <a:ext cx="128016" cy="128016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71" name="Shape 207">
            <a:extLst>
              <a:ext uri="{FF2B5EF4-FFF2-40B4-BE49-F238E27FC236}">
                <a16:creationId xmlns:a16="http://schemas.microsoft.com/office/drawing/2014/main" id="{8967E9B5-6E27-E006-1F62-3F2E3BA6C14A}"/>
              </a:ext>
            </a:extLst>
          </p:cNvPr>
          <p:cNvSpPr/>
          <p:nvPr/>
        </p:nvSpPr>
        <p:spPr>
          <a:xfrm>
            <a:off x="6409944" y="2536916"/>
            <a:ext cx="164592" cy="164592"/>
          </a:xfrm>
          <a:prstGeom prst="ellipse">
            <a:avLst/>
          </a:prstGeom>
          <a:solidFill>
            <a:srgbClr val="82B3E7"/>
          </a:solidFill>
          <a:ln w="7620">
            <a:solidFill>
              <a:srgbClr val="82B3E7"/>
            </a:solidFill>
            <a:prstDash val="solid"/>
          </a:ln>
        </p:spPr>
      </p:sp>
      <p:sp>
        <p:nvSpPr>
          <p:cNvPr id="373" name="Shape 208">
            <a:extLst>
              <a:ext uri="{FF2B5EF4-FFF2-40B4-BE49-F238E27FC236}">
                <a16:creationId xmlns:a16="http://schemas.microsoft.com/office/drawing/2014/main" id="{5861D21F-09E8-9DD7-130D-0CAD2364F732}"/>
              </a:ext>
            </a:extLst>
          </p:cNvPr>
          <p:cNvSpPr/>
          <p:nvPr/>
        </p:nvSpPr>
        <p:spPr>
          <a:xfrm>
            <a:off x="7178040" y="2527772"/>
            <a:ext cx="182880" cy="182880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75" name="Shape 209">
            <a:extLst>
              <a:ext uri="{FF2B5EF4-FFF2-40B4-BE49-F238E27FC236}">
                <a16:creationId xmlns:a16="http://schemas.microsoft.com/office/drawing/2014/main" id="{CCCB538E-B22A-C2A1-6C63-953DE4A078A0}"/>
              </a:ext>
            </a:extLst>
          </p:cNvPr>
          <p:cNvSpPr/>
          <p:nvPr/>
        </p:nvSpPr>
        <p:spPr>
          <a:xfrm>
            <a:off x="7982712" y="2509484"/>
            <a:ext cx="219456" cy="219456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77" name="Shape 210">
            <a:extLst>
              <a:ext uri="{FF2B5EF4-FFF2-40B4-BE49-F238E27FC236}">
                <a16:creationId xmlns:a16="http://schemas.microsoft.com/office/drawing/2014/main" id="{CCC5EFD9-FD80-D511-D2A5-D44098A1EF55}"/>
              </a:ext>
            </a:extLst>
          </p:cNvPr>
          <p:cNvSpPr/>
          <p:nvPr/>
        </p:nvSpPr>
        <p:spPr>
          <a:xfrm>
            <a:off x="8787384" y="2491196"/>
            <a:ext cx="256032" cy="256032"/>
          </a:xfrm>
          <a:prstGeom prst="ellipse">
            <a:avLst/>
          </a:prstGeom>
          <a:solidFill>
            <a:srgbClr val="EF6C80"/>
          </a:solidFill>
          <a:ln w="7620">
            <a:solidFill>
              <a:srgbClr val="EF6C80"/>
            </a:solidFill>
            <a:prstDash val="solid"/>
          </a:ln>
        </p:spPr>
      </p:sp>
      <p:sp>
        <p:nvSpPr>
          <p:cNvPr id="379" name="Shape 211">
            <a:extLst>
              <a:ext uri="{FF2B5EF4-FFF2-40B4-BE49-F238E27FC236}">
                <a16:creationId xmlns:a16="http://schemas.microsoft.com/office/drawing/2014/main" id="{AF949073-6B31-1F4D-2C4D-377EF0687F24}"/>
              </a:ext>
            </a:extLst>
          </p:cNvPr>
          <p:cNvSpPr/>
          <p:nvPr/>
        </p:nvSpPr>
        <p:spPr>
          <a:xfrm>
            <a:off x="9592056" y="2472908"/>
            <a:ext cx="292608" cy="29260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381" name="Shape 212">
            <a:extLst>
              <a:ext uri="{FF2B5EF4-FFF2-40B4-BE49-F238E27FC236}">
                <a16:creationId xmlns:a16="http://schemas.microsoft.com/office/drawing/2014/main" id="{E88EF6F2-6FA6-2C83-B337-FC241C308026}"/>
              </a:ext>
            </a:extLst>
          </p:cNvPr>
          <p:cNvSpPr/>
          <p:nvPr/>
        </p:nvSpPr>
        <p:spPr>
          <a:xfrm>
            <a:off x="5715000" y="2856956"/>
            <a:ext cx="713232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83" name="Shape 213">
            <a:extLst>
              <a:ext uri="{FF2B5EF4-FFF2-40B4-BE49-F238E27FC236}">
                <a16:creationId xmlns:a16="http://schemas.microsoft.com/office/drawing/2014/main" id="{7F41C83B-1EAB-278D-AF39-00F9756BA613}"/>
              </a:ext>
            </a:extLst>
          </p:cNvPr>
          <p:cNvSpPr/>
          <p:nvPr/>
        </p:nvSpPr>
        <p:spPr>
          <a:xfrm>
            <a:off x="6556248" y="2856956"/>
            <a:ext cx="662940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85" name="Shape 214">
            <a:extLst>
              <a:ext uri="{FF2B5EF4-FFF2-40B4-BE49-F238E27FC236}">
                <a16:creationId xmlns:a16="http://schemas.microsoft.com/office/drawing/2014/main" id="{2337CAB9-005D-2A0F-5D2D-0BDE5C7A7E89}"/>
              </a:ext>
            </a:extLst>
          </p:cNvPr>
          <p:cNvSpPr/>
          <p:nvPr/>
        </p:nvSpPr>
        <p:spPr>
          <a:xfrm>
            <a:off x="7319772" y="2856956"/>
            <a:ext cx="731520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87" name="Shape 215">
            <a:extLst>
              <a:ext uri="{FF2B5EF4-FFF2-40B4-BE49-F238E27FC236}">
                <a16:creationId xmlns:a16="http://schemas.microsoft.com/office/drawing/2014/main" id="{277C1D10-AC21-D592-F6FB-176E82F6665A}"/>
              </a:ext>
            </a:extLst>
          </p:cNvPr>
          <p:cNvSpPr/>
          <p:nvPr/>
        </p:nvSpPr>
        <p:spPr>
          <a:xfrm>
            <a:off x="8133588" y="2856956"/>
            <a:ext cx="745236" cy="0"/>
          </a:xfrm>
          <a:prstGeom prst="line">
            <a:avLst/>
          </a:prstGeom>
          <a:noFill/>
          <a:ln w="6985">
            <a:solidFill>
              <a:srgbClr val="40698F"/>
            </a:solidFill>
            <a:prstDash val="solid"/>
            <a:tailEnd type="triangle"/>
          </a:ln>
        </p:spPr>
      </p:sp>
      <p:sp>
        <p:nvSpPr>
          <p:cNvPr id="389" name="Shape 216">
            <a:extLst>
              <a:ext uri="{FF2B5EF4-FFF2-40B4-BE49-F238E27FC236}">
                <a16:creationId xmlns:a16="http://schemas.microsoft.com/office/drawing/2014/main" id="{746E564F-E6DC-6E5B-2D22-3E3412638AE8}"/>
              </a:ext>
            </a:extLst>
          </p:cNvPr>
          <p:cNvSpPr/>
          <p:nvPr/>
        </p:nvSpPr>
        <p:spPr>
          <a:xfrm>
            <a:off x="8951976" y="2856956"/>
            <a:ext cx="754380" cy="0"/>
          </a:xfrm>
          <a:prstGeom prst="line">
            <a:avLst/>
          </a:prstGeom>
          <a:noFill/>
          <a:ln w="6985">
            <a:solidFill>
              <a:srgbClr val="E09A55"/>
            </a:solidFill>
            <a:prstDash val="solid"/>
            <a:tailEnd type="triangle"/>
          </a:ln>
        </p:spPr>
      </p:sp>
      <p:sp>
        <p:nvSpPr>
          <p:cNvPr id="391" name="Shape 217">
            <a:extLst>
              <a:ext uri="{FF2B5EF4-FFF2-40B4-BE49-F238E27FC236}">
                <a16:creationId xmlns:a16="http://schemas.microsoft.com/office/drawing/2014/main" id="{1CF5AB62-0EAA-DB32-3134-4DEFA51F9B10}"/>
              </a:ext>
            </a:extLst>
          </p:cNvPr>
          <p:cNvSpPr/>
          <p:nvPr/>
        </p:nvSpPr>
        <p:spPr>
          <a:xfrm>
            <a:off x="5550408" y="2774660"/>
            <a:ext cx="164592" cy="164592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393" name="Shape 218">
            <a:extLst>
              <a:ext uri="{FF2B5EF4-FFF2-40B4-BE49-F238E27FC236}">
                <a16:creationId xmlns:a16="http://schemas.microsoft.com/office/drawing/2014/main" id="{5CC6381D-6369-0395-7452-A8D9C7D6E828}"/>
              </a:ext>
            </a:extLst>
          </p:cNvPr>
          <p:cNvSpPr/>
          <p:nvPr/>
        </p:nvSpPr>
        <p:spPr>
          <a:xfrm>
            <a:off x="6428232" y="2792948"/>
            <a:ext cx="128016" cy="128016"/>
          </a:xfrm>
          <a:prstGeom prst="ellipse">
            <a:avLst/>
          </a:prstGeom>
          <a:solidFill>
            <a:srgbClr val="82B3E7"/>
          </a:solidFill>
          <a:ln w="7620">
            <a:solidFill>
              <a:srgbClr val="82B3E7"/>
            </a:solidFill>
            <a:prstDash val="solid"/>
          </a:ln>
        </p:spPr>
      </p:sp>
      <p:sp>
        <p:nvSpPr>
          <p:cNvPr id="395" name="Shape 219">
            <a:extLst>
              <a:ext uri="{FF2B5EF4-FFF2-40B4-BE49-F238E27FC236}">
                <a16:creationId xmlns:a16="http://schemas.microsoft.com/office/drawing/2014/main" id="{C01B430E-0CF0-6D4E-2492-09E391C6AB82}"/>
              </a:ext>
            </a:extLst>
          </p:cNvPr>
          <p:cNvSpPr/>
          <p:nvPr/>
        </p:nvSpPr>
        <p:spPr>
          <a:xfrm>
            <a:off x="7219188" y="2806664"/>
            <a:ext cx="100584" cy="100584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97" name="Shape 220">
            <a:extLst>
              <a:ext uri="{FF2B5EF4-FFF2-40B4-BE49-F238E27FC236}">
                <a16:creationId xmlns:a16="http://schemas.microsoft.com/office/drawing/2014/main" id="{6C78E74E-00A3-CB0E-A37A-CA3EBBA8B1F7}"/>
              </a:ext>
            </a:extLst>
          </p:cNvPr>
          <p:cNvSpPr/>
          <p:nvPr/>
        </p:nvSpPr>
        <p:spPr>
          <a:xfrm>
            <a:off x="8051292" y="2815808"/>
            <a:ext cx="82296" cy="82296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399" name="Shape 221">
            <a:extLst>
              <a:ext uri="{FF2B5EF4-FFF2-40B4-BE49-F238E27FC236}">
                <a16:creationId xmlns:a16="http://schemas.microsoft.com/office/drawing/2014/main" id="{D83794AC-C399-8B56-706E-F08AF819343E}"/>
              </a:ext>
            </a:extLst>
          </p:cNvPr>
          <p:cNvSpPr/>
          <p:nvPr/>
        </p:nvSpPr>
        <p:spPr>
          <a:xfrm>
            <a:off x="8878824" y="2820380"/>
            <a:ext cx="73152" cy="73152"/>
          </a:xfrm>
          <a:prstGeom prst="ellipse">
            <a:avLst/>
          </a:prstGeom>
          <a:solidFill>
            <a:srgbClr val="EF6C80"/>
          </a:solidFill>
          <a:ln w="7620">
            <a:solidFill>
              <a:srgbClr val="EF6C80"/>
            </a:solidFill>
            <a:prstDash val="solid"/>
          </a:ln>
        </p:spPr>
      </p:sp>
      <p:sp>
        <p:nvSpPr>
          <p:cNvPr id="401" name="Shape 222">
            <a:extLst>
              <a:ext uri="{FF2B5EF4-FFF2-40B4-BE49-F238E27FC236}">
                <a16:creationId xmlns:a16="http://schemas.microsoft.com/office/drawing/2014/main" id="{60A16675-C5C3-0CC9-6B5F-89F150CF7898}"/>
              </a:ext>
            </a:extLst>
          </p:cNvPr>
          <p:cNvSpPr/>
          <p:nvPr/>
        </p:nvSpPr>
        <p:spPr>
          <a:xfrm>
            <a:off x="9706356" y="2824952"/>
            <a:ext cx="64008" cy="6400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03" name="Text 224">
            <a:extLst>
              <a:ext uri="{FF2B5EF4-FFF2-40B4-BE49-F238E27FC236}">
                <a16:creationId xmlns:a16="http://schemas.microsoft.com/office/drawing/2014/main" id="{FDCF0CD5-F297-3EC7-E43C-CEF690E4FD5F}"/>
              </a:ext>
            </a:extLst>
          </p:cNvPr>
          <p:cNvSpPr/>
          <p:nvPr/>
        </p:nvSpPr>
        <p:spPr>
          <a:xfrm>
            <a:off x="5577840" y="3039836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405" name="Text 225">
            <a:extLst>
              <a:ext uri="{FF2B5EF4-FFF2-40B4-BE49-F238E27FC236}">
                <a16:creationId xmlns:a16="http://schemas.microsoft.com/office/drawing/2014/main" id="{E730399E-6882-4D82-A8EC-4A759FEB20A3}"/>
              </a:ext>
            </a:extLst>
          </p:cNvPr>
          <p:cNvSpPr/>
          <p:nvPr/>
        </p:nvSpPr>
        <p:spPr>
          <a:xfrm>
            <a:off x="9601200" y="3039836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407" name="Shape 226">
            <a:extLst>
              <a:ext uri="{FF2B5EF4-FFF2-40B4-BE49-F238E27FC236}">
                <a16:creationId xmlns:a16="http://schemas.microsoft.com/office/drawing/2014/main" id="{32D76ECF-099D-16B2-5464-94E454B9B82E}"/>
              </a:ext>
            </a:extLst>
          </p:cNvPr>
          <p:cNvSpPr/>
          <p:nvPr/>
        </p:nvSpPr>
        <p:spPr>
          <a:xfrm>
            <a:off x="5596128" y="3396452"/>
            <a:ext cx="73152" cy="73152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09" name="Shape 227">
            <a:extLst>
              <a:ext uri="{FF2B5EF4-FFF2-40B4-BE49-F238E27FC236}">
                <a16:creationId xmlns:a16="http://schemas.microsoft.com/office/drawing/2014/main" id="{F40D48CE-4E7F-887F-2D8B-C5113AF3739F}"/>
              </a:ext>
            </a:extLst>
          </p:cNvPr>
          <p:cNvSpPr/>
          <p:nvPr/>
        </p:nvSpPr>
        <p:spPr>
          <a:xfrm>
            <a:off x="6579109" y="3164587"/>
            <a:ext cx="73152" cy="7315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11" name="Shape 228">
            <a:extLst>
              <a:ext uri="{FF2B5EF4-FFF2-40B4-BE49-F238E27FC236}">
                <a16:creationId xmlns:a16="http://schemas.microsoft.com/office/drawing/2014/main" id="{5CE68193-155C-2979-C780-A6FDF635EB04}"/>
              </a:ext>
            </a:extLst>
          </p:cNvPr>
          <p:cNvSpPr/>
          <p:nvPr/>
        </p:nvSpPr>
        <p:spPr>
          <a:xfrm>
            <a:off x="7881981" y="3132107"/>
            <a:ext cx="73152" cy="7315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13" name="Shape 243">
            <a:extLst>
              <a:ext uri="{FF2B5EF4-FFF2-40B4-BE49-F238E27FC236}">
                <a16:creationId xmlns:a16="http://schemas.microsoft.com/office/drawing/2014/main" id="{DDE2D345-81CC-F450-667C-43421925A899}"/>
              </a:ext>
            </a:extLst>
          </p:cNvPr>
          <p:cNvSpPr/>
          <p:nvPr/>
        </p:nvSpPr>
        <p:spPr>
          <a:xfrm>
            <a:off x="9628632" y="3231860"/>
            <a:ext cx="128016" cy="12801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15" name="Shape 244">
            <a:extLst>
              <a:ext uri="{FF2B5EF4-FFF2-40B4-BE49-F238E27FC236}">
                <a16:creationId xmlns:a16="http://schemas.microsoft.com/office/drawing/2014/main" id="{447DBC92-EEC2-D338-FE38-A1FC629FF43B}"/>
              </a:ext>
            </a:extLst>
          </p:cNvPr>
          <p:cNvSpPr/>
          <p:nvPr/>
        </p:nvSpPr>
        <p:spPr>
          <a:xfrm>
            <a:off x="9628632" y="3551900"/>
            <a:ext cx="128016" cy="128016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17" name="Shape 245">
            <a:extLst>
              <a:ext uri="{FF2B5EF4-FFF2-40B4-BE49-F238E27FC236}">
                <a16:creationId xmlns:a16="http://schemas.microsoft.com/office/drawing/2014/main" id="{039A6BDA-0DFA-C5DF-6FF1-50B2F946185D}"/>
              </a:ext>
            </a:extLst>
          </p:cNvPr>
          <p:cNvSpPr/>
          <p:nvPr/>
        </p:nvSpPr>
        <p:spPr>
          <a:xfrm>
            <a:off x="5600700" y="3693632"/>
            <a:ext cx="64008" cy="6400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19" name="Shape 246">
            <a:extLst>
              <a:ext uri="{FF2B5EF4-FFF2-40B4-BE49-F238E27FC236}">
                <a16:creationId xmlns:a16="http://schemas.microsoft.com/office/drawing/2014/main" id="{F9E0CA27-E3FE-4040-2091-428A9F4BBAA5}"/>
              </a:ext>
            </a:extLst>
          </p:cNvPr>
          <p:cNvSpPr/>
          <p:nvPr/>
        </p:nvSpPr>
        <p:spPr>
          <a:xfrm>
            <a:off x="7028136" y="3649957"/>
            <a:ext cx="64008" cy="6400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21" name="Text 262">
            <a:extLst>
              <a:ext uri="{FF2B5EF4-FFF2-40B4-BE49-F238E27FC236}">
                <a16:creationId xmlns:a16="http://schemas.microsoft.com/office/drawing/2014/main" id="{1D44BF9E-9450-754A-7332-814236810DCE}"/>
              </a:ext>
            </a:extLst>
          </p:cNvPr>
          <p:cNvSpPr/>
          <p:nvPr/>
        </p:nvSpPr>
        <p:spPr>
          <a:xfrm>
            <a:off x="5577840" y="3826220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423" name="Text 263">
            <a:extLst>
              <a:ext uri="{FF2B5EF4-FFF2-40B4-BE49-F238E27FC236}">
                <a16:creationId xmlns:a16="http://schemas.microsoft.com/office/drawing/2014/main" id="{F2C08D61-ED19-EA41-725F-EC70BB652E35}"/>
              </a:ext>
            </a:extLst>
          </p:cNvPr>
          <p:cNvSpPr/>
          <p:nvPr/>
        </p:nvSpPr>
        <p:spPr>
          <a:xfrm>
            <a:off x="9601200" y="3826220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425" name="Shape 265">
            <a:extLst>
              <a:ext uri="{FF2B5EF4-FFF2-40B4-BE49-F238E27FC236}">
                <a16:creationId xmlns:a16="http://schemas.microsoft.com/office/drawing/2014/main" id="{ACA379D5-E618-B65B-B5BC-979DC0D6A4DA}"/>
              </a:ext>
            </a:extLst>
          </p:cNvPr>
          <p:cNvSpPr/>
          <p:nvPr/>
        </p:nvSpPr>
        <p:spPr>
          <a:xfrm>
            <a:off x="5911596" y="3973438"/>
            <a:ext cx="288036" cy="54864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27" name="Shape 266">
            <a:extLst>
              <a:ext uri="{FF2B5EF4-FFF2-40B4-BE49-F238E27FC236}">
                <a16:creationId xmlns:a16="http://schemas.microsoft.com/office/drawing/2014/main" id="{0FBAE1D3-6578-47B6-674D-6F26BEB9437D}"/>
              </a:ext>
            </a:extLst>
          </p:cNvPr>
          <p:cNvSpPr/>
          <p:nvPr/>
        </p:nvSpPr>
        <p:spPr>
          <a:xfrm>
            <a:off x="6199632" y="4028302"/>
            <a:ext cx="137160" cy="20574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29" name="Shape 267">
            <a:extLst>
              <a:ext uri="{FF2B5EF4-FFF2-40B4-BE49-F238E27FC236}">
                <a16:creationId xmlns:a16="http://schemas.microsoft.com/office/drawing/2014/main" id="{1A53B942-0761-54C7-0ED6-61082894F760}"/>
              </a:ext>
            </a:extLst>
          </p:cNvPr>
          <p:cNvSpPr/>
          <p:nvPr/>
        </p:nvSpPr>
        <p:spPr>
          <a:xfrm flipH="1">
            <a:off x="5815584" y="4011157"/>
            <a:ext cx="96012" cy="412407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31" name="Shape 268">
            <a:extLst>
              <a:ext uri="{FF2B5EF4-FFF2-40B4-BE49-F238E27FC236}">
                <a16:creationId xmlns:a16="http://schemas.microsoft.com/office/drawing/2014/main" id="{7E1A5FC3-3D6A-76A6-223E-F51614DB0620}"/>
              </a:ext>
            </a:extLst>
          </p:cNvPr>
          <p:cNvSpPr/>
          <p:nvPr/>
        </p:nvSpPr>
        <p:spPr>
          <a:xfrm>
            <a:off x="6137910" y="4511055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33" name="Shape 269">
            <a:extLst>
              <a:ext uri="{FF2B5EF4-FFF2-40B4-BE49-F238E27FC236}">
                <a16:creationId xmlns:a16="http://schemas.microsoft.com/office/drawing/2014/main" id="{32473F1A-ED7F-4703-CA21-02F922F9A1A3}"/>
              </a:ext>
            </a:extLst>
          </p:cNvPr>
          <p:cNvSpPr/>
          <p:nvPr/>
        </p:nvSpPr>
        <p:spPr>
          <a:xfrm>
            <a:off x="5815584" y="4412350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35" name="Shape 272">
            <a:extLst>
              <a:ext uri="{FF2B5EF4-FFF2-40B4-BE49-F238E27FC236}">
                <a16:creationId xmlns:a16="http://schemas.microsoft.com/office/drawing/2014/main" id="{0F124DB3-0301-8187-66EC-0BE7563B6B27}"/>
              </a:ext>
            </a:extLst>
          </p:cNvPr>
          <p:cNvSpPr/>
          <p:nvPr/>
        </p:nvSpPr>
        <p:spPr>
          <a:xfrm flipH="1">
            <a:off x="5755204" y="3990583"/>
            <a:ext cx="156391" cy="133731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37" name="Shape 273">
            <a:extLst>
              <a:ext uri="{FF2B5EF4-FFF2-40B4-BE49-F238E27FC236}">
                <a16:creationId xmlns:a16="http://schemas.microsoft.com/office/drawing/2014/main" id="{E8A0D07B-D9B6-8259-6E1A-015267BA20F7}"/>
              </a:ext>
            </a:extLst>
          </p:cNvPr>
          <p:cNvSpPr/>
          <p:nvPr/>
        </p:nvSpPr>
        <p:spPr>
          <a:xfrm>
            <a:off x="5688711" y="4086595"/>
            <a:ext cx="75438" cy="7543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39" name="Shape 274">
            <a:extLst>
              <a:ext uri="{FF2B5EF4-FFF2-40B4-BE49-F238E27FC236}">
                <a16:creationId xmlns:a16="http://schemas.microsoft.com/office/drawing/2014/main" id="{7BED914F-4F53-3183-E733-78976899F17D}"/>
              </a:ext>
            </a:extLst>
          </p:cNvPr>
          <p:cNvSpPr/>
          <p:nvPr/>
        </p:nvSpPr>
        <p:spPr>
          <a:xfrm>
            <a:off x="5853303" y="3916407"/>
            <a:ext cx="125056" cy="120921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41" name="Shape 275">
            <a:extLst>
              <a:ext uri="{FF2B5EF4-FFF2-40B4-BE49-F238E27FC236}">
                <a16:creationId xmlns:a16="http://schemas.microsoft.com/office/drawing/2014/main" id="{2F553AA2-F726-2558-7860-8DD5D965A57E}"/>
              </a:ext>
            </a:extLst>
          </p:cNvPr>
          <p:cNvSpPr/>
          <p:nvPr/>
        </p:nvSpPr>
        <p:spPr>
          <a:xfrm>
            <a:off x="6161913" y="3990583"/>
            <a:ext cx="75438" cy="7543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43" name="Shape 277">
            <a:extLst>
              <a:ext uri="{FF2B5EF4-FFF2-40B4-BE49-F238E27FC236}">
                <a16:creationId xmlns:a16="http://schemas.microsoft.com/office/drawing/2014/main" id="{71116F14-594E-6E0D-8EBB-803F073531AE}"/>
              </a:ext>
            </a:extLst>
          </p:cNvPr>
          <p:cNvSpPr/>
          <p:nvPr/>
        </p:nvSpPr>
        <p:spPr>
          <a:xfrm>
            <a:off x="6100191" y="4429495"/>
            <a:ext cx="75438" cy="7543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45" name="Shape 278">
            <a:extLst>
              <a:ext uri="{FF2B5EF4-FFF2-40B4-BE49-F238E27FC236}">
                <a16:creationId xmlns:a16="http://schemas.microsoft.com/office/drawing/2014/main" id="{29837BCA-3DBC-3528-CCF2-9CE42D8DAC7A}"/>
              </a:ext>
            </a:extLst>
          </p:cNvPr>
          <p:cNvSpPr/>
          <p:nvPr/>
        </p:nvSpPr>
        <p:spPr>
          <a:xfrm>
            <a:off x="5790086" y="4388763"/>
            <a:ext cx="45719" cy="45948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447" name="Shape 279">
            <a:extLst>
              <a:ext uri="{FF2B5EF4-FFF2-40B4-BE49-F238E27FC236}">
                <a16:creationId xmlns:a16="http://schemas.microsoft.com/office/drawing/2014/main" id="{4D99DFC9-461D-223A-AFD4-93361364F18C}"/>
              </a:ext>
            </a:extLst>
          </p:cNvPr>
          <p:cNvSpPr/>
          <p:nvPr/>
        </p:nvSpPr>
        <p:spPr>
          <a:xfrm flipV="1">
            <a:off x="7326630" y="3976868"/>
            <a:ext cx="185166" cy="147446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49" name="Shape 280">
            <a:extLst>
              <a:ext uri="{FF2B5EF4-FFF2-40B4-BE49-F238E27FC236}">
                <a16:creationId xmlns:a16="http://schemas.microsoft.com/office/drawing/2014/main" id="{D6D78631-DA71-988D-194F-E876C4196E78}"/>
              </a:ext>
            </a:extLst>
          </p:cNvPr>
          <p:cNvSpPr/>
          <p:nvPr/>
        </p:nvSpPr>
        <p:spPr>
          <a:xfrm>
            <a:off x="7511796" y="3973438"/>
            <a:ext cx="288036" cy="54864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51" name="Shape 281">
            <a:extLst>
              <a:ext uri="{FF2B5EF4-FFF2-40B4-BE49-F238E27FC236}">
                <a16:creationId xmlns:a16="http://schemas.microsoft.com/office/drawing/2014/main" id="{221D02B9-C652-AFE7-58B0-3CC6F09EE5F4}"/>
              </a:ext>
            </a:extLst>
          </p:cNvPr>
          <p:cNvSpPr/>
          <p:nvPr/>
        </p:nvSpPr>
        <p:spPr>
          <a:xfrm>
            <a:off x="7799832" y="4028302"/>
            <a:ext cx="137160" cy="20574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53" name="Shape 282">
            <a:extLst>
              <a:ext uri="{FF2B5EF4-FFF2-40B4-BE49-F238E27FC236}">
                <a16:creationId xmlns:a16="http://schemas.microsoft.com/office/drawing/2014/main" id="{47D8033A-15FE-8602-34F1-D0CC9558484D}"/>
              </a:ext>
            </a:extLst>
          </p:cNvPr>
          <p:cNvSpPr/>
          <p:nvPr/>
        </p:nvSpPr>
        <p:spPr>
          <a:xfrm flipH="1">
            <a:off x="7754112" y="4234042"/>
            <a:ext cx="182880" cy="233172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55" name="Shape 283">
            <a:extLst>
              <a:ext uri="{FF2B5EF4-FFF2-40B4-BE49-F238E27FC236}">
                <a16:creationId xmlns:a16="http://schemas.microsoft.com/office/drawing/2014/main" id="{BC546456-8DB2-49C8-3628-6CA557637026}"/>
              </a:ext>
            </a:extLst>
          </p:cNvPr>
          <p:cNvSpPr/>
          <p:nvPr/>
        </p:nvSpPr>
        <p:spPr>
          <a:xfrm>
            <a:off x="7738110" y="4511055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57" name="Shape 284">
            <a:extLst>
              <a:ext uri="{FF2B5EF4-FFF2-40B4-BE49-F238E27FC236}">
                <a16:creationId xmlns:a16="http://schemas.microsoft.com/office/drawing/2014/main" id="{151C1762-80A4-FC99-9493-A8371FCE061E}"/>
              </a:ext>
            </a:extLst>
          </p:cNvPr>
          <p:cNvSpPr/>
          <p:nvPr/>
        </p:nvSpPr>
        <p:spPr>
          <a:xfrm>
            <a:off x="7415784" y="4412350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59" name="Shape 286">
            <a:extLst>
              <a:ext uri="{FF2B5EF4-FFF2-40B4-BE49-F238E27FC236}">
                <a16:creationId xmlns:a16="http://schemas.microsoft.com/office/drawing/2014/main" id="{D86163CF-183B-E535-EB51-F15121AE71BD}"/>
              </a:ext>
            </a:extLst>
          </p:cNvPr>
          <p:cNvSpPr/>
          <p:nvPr/>
        </p:nvSpPr>
        <p:spPr>
          <a:xfrm flipH="1">
            <a:off x="7415784" y="3973438"/>
            <a:ext cx="96012" cy="438911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61" name="Shape 288">
            <a:extLst>
              <a:ext uri="{FF2B5EF4-FFF2-40B4-BE49-F238E27FC236}">
                <a16:creationId xmlns:a16="http://schemas.microsoft.com/office/drawing/2014/main" id="{702043F2-DEA8-A9F4-E762-74E60401559C}"/>
              </a:ext>
            </a:extLst>
          </p:cNvPr>
          <p:cNvSpPr/>
          <p:nvPr/>
        </p:nvSpPr>
        <p:spPr>
          <a:xfrm>
            <a:off x="7288911" y="4086595"/>
            <a:ext cx="75438" cy="7543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63" name="Shape 289">
            <a:extLst>
              <a:ext uri="{FF2B5EF4-FFF2-40B4-BE49-F238E27FC236}">
                <a16:creationId xmlns:a16="http://schemas.microsoft.com/office/drawing/2014/main" id="{087F40AF-35D4-5CA1-B7F6-7C29D9D6970C}"/>
              </a:ext>
            </a:extLst>
          </p:cNvPr>
          <p:cNvSpPr/>
          <p:nvPr/>
        </p:nvSpPr>
        <p:spPr>
          <a:xfrm>
            <a:off x="7474077" y="3935719"/>
            <a:ext cx="75438" cy="7543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65" name="Shape 290">
            <a:extLst>
              <a:ext uri="{FF2B5EF4-FFF2-40B4-BE49-F238E27FC236}">
                <a16:creationId xmlns:a16="http://schemas.microsoft.com/office/drawing/2014/main" id="{F610FC90-8770-B895-2731-94A423413ED5}"/>
              </a:ext>
            </a:extLst>
          </p:cNvPr>
          <p:cNvSpPr/>
          <p:nvPr/>
        </p:nvSpPr>
        <p:spPr>
          <a:xfrm>
            <a:off x="7762113" y="3990583"/>
            <a:ext cx="75438" cy="7543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67" name="Shape 291">
            <a:extLst>
              <a:ext uri="{FF2B5EF4-FFF2-40B4-BE49-F238E27FC236}">
                <a16:creationId xmlns:a16="http://schemas.microsoft.com/office/drawing/2014/main" id="{E269CF2F-D14A-E5CD-5575-B4A5AD9348AB}"/>
              </a:ext>
            </a:extLst>
          </p:cNvPr>
          <p:cNvSpPr/>
          <p:nvPr/>
        </p:nvSpPr>
        <p:spPr>
          <a:xfrm>
            <a:off x="7899273" y="4196323"/>
            <a:ext cx="75438" cy="7543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69" name="Shape 292">
            <a:extLst>
              <a:ext uri="{FF2B5EF4-FFF2-40B4-BE49-F238E27FC236}">
                <a16:creationId xmlns:a16="http://schemas.microsoft.com/office/drawing/2014/main" id="{E22E88AF-0F43-A577-D1F1-5C4F47E09673}"/>
              </a:ext>
            </a:extLst>
          </p:cNvPr>
          <p:cNvSpPr/>
          <p:nvPr/>
        </p:nvSpPr>
        <p:spPr>
          <a:xfrm>
            <a:off x="7700391" y="4429495"/>
            <a:ext cx="75438" cy="7543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71" name="Shape 293">
            <a:extLst>
              <a:ext uri="{FF2B5EF4-FFF2-40B4-BE49-F238E27FC236}">
                <a16:creationId xmlns:a16="http://schemas.microsoft.com/office/drawing/2014/main" id="{A8A82E19-3752-6F51-D76C-D815EF62705D}"/>
              </a:ext>
            </a:extLst>
          </p:cNvPr>
          <p:cNvSpPr/>
          <p:nvPr/>
        </p:nvSpPr>
        <p:spPr>
          <a:xfrm>
            <a:off x="7378065" y="4374631"/>
            <a:ext cx="75438" cy="75438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473" name="Shape 294">
            <a:extLst>
              <a:ext uri="{FF2B5EF4-FFF2-40B4-BE49-F238E27FC236}">
                <a16:creationId xmlns:a16="http://schemas.microsoft.com/office/drawing/2014/main" id="{E929D3EC-C901-7F69-5CC1-556960BECCAE}"/>
              </a:ext>
            </a:extLst>
          </p:cNvPr>
          <p:cNvSpPr/>
          <p:nvPr/>
        </p:nvSpPr>
        <p:spPr>
          <a:xfrm flipV="1">
            <a:off x="8972550" y="3986241"/>
            <a:ext cx="189738" cy="138073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75" name="Shape 295">
            <a:extLst>
              <a:ext uri="{FF2B5EF4-FFF2-40B4-BE49-F238E27FC236}">
                <a16:creationId xmlns:a16="http://schemas.microsoft.com/office/drawing/2014/main" id="{47FABBE2-1F18-45A8-07A8-1FEFD5571252}"/>
              </a:ext>
            </a:extLst>
          </p:cNvPr>
          <p:cNvSpPr/>
          <p:nvPr/>
        </p:nvSpPr>
        <p:spPr>
          <a:xfrm>
            <a:off x="9157716" y="3973438"/>
            <a:ext cx="288036" cy="54864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77" name="Shape 296">
            <a:extLst>
              <a:ext uri="{FF2B5EF4-FFF2-40B4-BE49-F238E27FC236}">
                <a16:creationId xmlns:a16="http://schemas.microsoft.com/office/drawing/2014/main" id="{592CB58B-D65E-7362-0850-23BE1DE34CCD}"/>
              </a:ext>
            </a:extLst>
          </p:cNvPr>
          <p:cNvSpPr/>
          <p:nvPr/>
        </p:nvSpPr>
        <p:spPr>
          <a:xfrm>
            <a:off x="9445752" y="4028302"/>
            <a:ext cx="137160" cy="20574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79" name="Shape 297">
            <a:extLst>
              <a:ext uri="{FF2B5EF4-FFF2-40B4-BE49-F238E27FC236}">
                <a16:creationId xmlns:a16="http://schemas.microsoft.com/office/drawing/2014/main" id="{6A59BEF6-D5F5-C67A-96BE-BF891E90BD38}"/>
              </a:ext>
            </a:extLst>
          </p:cNvPr>
          <p:cNvSpPr/>
          <p:nvPr/>
        </p:nvSpPr>
        <p:spPr>
          <a:xfrm flipH="1">
            <a:off x="9408033" y="4234042"/>
            <a:ext cx="174879" cy="216025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81" name="Shape 298">
            <a:extLst>
              <a:ext uri="{FF2B5EF4-FFF2-40B4-BE49-F238E27FC236}">
                <a16:creationId xmlns:a16="http://schemas.microsoft.com/office/drawing/2014/main" id="{37105B62-60F7-40F3-B4E4-4C1D58123541}"/>
              </a:ext>
            </a:extLst>
          </p:cNvPr>
          <p:cNvSpPr/>
          <p:nvPr/>
        </p:nvSpPr>
        <p:spPr>
          <a:xfrm>
            <a:off x="9384030" y="4511055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83" name="Shape 299">
            <a:extLst>
              <a:ext uri="{FF2B5EF4-FFF2-40B4-BE49-F238E27FC236}">
                <a16:creationId xmlns:a16="http://schemas.microsoft.com/office/drawing/2014/main" id="{6A81C61E-B47D-1663-0302-EB5740886CA5}"/>
              </a:ext>
            </a:extLst>
          </p:cNvPr>
          <p:cNvSpPr/>
          <p:nvPr/>
        </p:nvSpPr>
        <p:spPr>
          <a:xfrm>
            <a:off x="9061704" y="4412350"/>
            <a:ext cx="0" cy="0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85" name="Shape 301">
            <a:extLst>
              <a:ext uri="{FF2B5EF4-FFF2-40B4-BE49-F238E27FC236}">
                <a16:creationId xmlns:a16="http://schemas.microsoft.com/office/drawing/2014/main" id="{CEC53224-DFDC-CE49-B070-62FD8B38E541}"/>
              </a:ext>
            </a:extLst>
          </p:cNvPr>
          <p:cNvSpPr/>
          <p:nvPr/>
        </p:nvSpPr>
        <p:spPr>
          <a:xfrm flipH="1">
            <a:off x="9068963" y="3973438"/>
            <a:ext cx="88753" cy="438905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487" name="Shape 303">
            <a:extLst>
              <a:ext uri="{FF2B5EF4-FFF2-40B4-BE49-F238E27FC236}">
                <a16:creationId xmlns:a16="http://schemas.microsoft.com/office/drawing/2014/main" id="{6B043B45-7F2C-3D54-47A5-9841F587ED25}"/>
              </a:ext>
            </a:extLst>
          </p:cNvPr>
          <p:cNvSpPr/>
          <p:nvPr/>
        </p:nvSpPr>
        <p:spPr>
          <a:xfrm>
            <a:off x="8964549" y="4086595"/>
            <a:ext cx="45719" cy="45719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89" name="Shape 304">
            <a:extLst>
              <a:ext uri="{FF2B5EF4-FFF2-40B4-BE49-F238E27FC236}">
                <a16:creationId xmlns:a16="http://schemas.microsoft.com/office/drawing/2014/main" id="{2E08778A-6CB8-D642-457C-7FAF10266761}"/>
              </a:ext>
            </a:extLst>
          </p:cNvPr>
          <p:cNvSpPr/>
          <p:nvPr/>
        </p:nvSpPr>
        <p:spPr>
          <a:xfrm>
            <a:off x="9119997" y="3935719"/>
            <a:ext cx="75438" cy="7543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91" name="Shape 305">
            <a:extLst>
              <a:ext uri="{FF2B5EF4-FFF2-40B4-BE49-F238E27FC236}">
                <a16:creationId xmlns:a16="http://schemas.microsoft.com/office/drawing/2014/main" id="{D38EF9F6-B4AD-A62D-55D0-F39E4168D264}"/>
              </a:ext>
            </a:extLst>
          </p:cNvPr>
          <p:cNvSpPr/>
          <p:nvPr/>
        </p:nvSpPr>
        <p:spPr>
          <a:xfrm>
            <a:off x="9374314" y="3961439"/>
            <a:ext cx="142875" cy="133725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93" name="Shape 306">
            <a:extLst>
              <a:ext uri="{FF2B5EF4-FFF2-40B4-BE49-F238E27FC236}">
                <a16:creationId xmlns:a16="http://schemas.microsoft.com/office/drawing/2014/main" id="{5E39A177-FD3F-2EFC-058F-8AD528BFD638}"/>
              </a:ext>
            </a:extLst>
          </p:cNvPr>
          <p:cNvSpPr/>
          <p:nvPr/>
        </p:nvSpPr>
        <p:spPr>
          <a:xfrm>
            <a:off x="9545193" y="4196323"/>
            <a:ext cx="75438" cy="7543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95" name="Shape 307">
            <a:extLst>
              <a:ext uri="{FF2B5EF4-FFF2-40B4-BE49-F238E27FC236}">
                <a16:creationId xmlns:a16="http://schemas.microsoft.com/office/drawing/2014/main" id="{D9D7D8AD-6E98-7709-D3E7-25A4C0B78022}"/>
              </a:ext>
            </a:extLst>
          </p:cNvPr>
          <p:cNvSpPr/>
          <p:nvPr/>
        </p:nvSpPr>
        <p:spPr>
          <a:xfrm>
            <a:off x="9346311" y="4429495"/>
            <a:ext cx="75438" cy="75438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97" name="Shape 308">
            <a:extLst>
              <a:ext uri="{FF2B5EF4-FFF2-40B4-BE49-F238E27FC236}">
                <a16:creationId xmlns:a16="http://schemas.microsoft.com/office/drawing/2014/main" id="{79522DCB-09F9-0B90-D42D-C6E9527A0EDA}"/>
              </a:ext>
            </a:extLst>
          </p:cNvPr>
          <p:cNvSpPr/>
          <p:nvPr/>
        </p:nvSpPr>
        <p:spPr>
          <a:xfrm>
            <a:off x="8979542" y="4374631"/>
            <a:ext cx="147447" cy="130302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499" name="Shape 309">
            <a:extLst>
              <a:ext uri="{FF2B5EF4-FFF2-40B4-BE49-F238E27FC236}">
                <a16:creationId xmlns:a16="http://schemas.microsoft.com/office/drawing/2014/main" id="{EBB7DCB9-8E32-B983-046F-D2672BD3E380}"/>
              </a:ext>
            </a:extLst>
          </p:cNvPr>
          <p:cNvSpPr/>
          <p:nvPr/>
        </p:nvSpPr>
        <p:spPr>
          <a:xfrm>
            <a:off x="6629400" y="4261474"/>
            <a:ext cx="411480" cy="0"/>
          </a:xfrm>
          <a:prstGeom prst="line">
            <a:avLst/>
          </a:prstGeom>
          <a:noFill/>
          <a:ln w="889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01" name="Shape 310">
            <a:extLst>
              <a:ext uri="{FF2B5EF4-FFF2-40B4-BE49-F238E27FC236}">
                <a16:creationId xmlns:a16="http://schemas.microsoft.com/office/drawing/2014/main" id="{BCB4A6BB-D876-6594-4D15-0FD1CB4A7C55}"/>
              </a:ext>
            </a:extLst>
          </p:cNvPr>
          <p:cNvSpPr/>
          <p:nvPr/>
        </p:nvSpPr>
        <p:spPr>
          <a:xfrm>
            <a:off x="8275320" y="4261474"/>
            <a:ext cx="429768" cy="0"/>
          </a:xfrm>
          <a:prstGeom prst="line">
            <a:avLst/>
          </a:prstGeom>
          <a:noFill/>
          <a:ln w="889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03" name="Text 371">
            <a:extLst>
              <a:ext uri="{FF2B5EF4-FFF2-40B4-BE49-F238E27FC236}">
                <a16:creationId xmlns:a16="http://schemas.microsoft.com/office/drawing/2014/main" id="{2FC9C0CA-88C0-4F6F-214C-406475FA838A}"/>
              </a:ext>
            </a:extLst>
          </p:cNvPr>
          <p:cNvSpPr/>
          <p:nvPr/>
        </p:nvSpPr>
        <p:spPr>
          <a:xfrm>
            <a:off x="5577840" y="4729690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</a:t>
            </a:r>
            <a:endParaRPr lang="en-US" sz="720" dirty="0"/>
          </a:p>
        </p:txBody>
      </p:sp>
      <p:sp>
        <p:nvSpPr>
          <p:cNvPr id="505" name="Text 372">
            <a:extLst>
              <a:ext uri="{FF2B5EF4-FFF2-40B4-BE49-F238E27FC236}">
                <a16:creationId xmlns:a16="http://schemas.microsoft.com/office/drawing/2014/main" id="{336C8C98-EC10-BA38-5495-D4B92D2D4389}"/>
              </a:ext>
            </a:extLst>
          </p:cNvPr>
          <p:cNvSpPr/>
          <p:nvPr/>
        </p:nvSpPr>
        <p:spPr>
          <a:xfrm>
            <a:off x="9162288" y="4729690"/>
            <a:ext cx="182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E2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20" dirty="0"/>
          </a:p>
        </p:txBody>
      </p:sp>
      <p:sp>
        <p:nvSpPr>
          <p:cNvPr id="507" name="Shape 413">
            <a:extLst>
              <a:ext uri="{FF2B5EF4-FFF2-40B4-BE49-F238E27FC236}">
                <a16:creationId xmlns:a16="http://schemas.microsoft.com/office/drawing/2014/main" id="{8F8FEE03-A33F-7900-6719-1C3E092D4BF8}"/>
              </a:ext>
            </a:extLst>
          </p:cNvPr>
          <p:cNvSpPr/>
          <p:nvPr/>
        </p:nvSpPr>
        <p:spPr>
          <a:xfrm>
            <a:off x="5564124" y="4858880"/>
            <a:ext cx="118872" cy="118872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09" name="Shape 414">
            <a:extLst>
              <a:ext uri="{FF2B5EF4-FFF2-40B4-BE49-F238E27FC236}">
                <a16:creationId xmlns:a16="http://schemas.microsoft.com/office/drawing/2014/main" id="{03452F37-EC1D-6258-4D31-EF18C107235C}"/>
              </a:ext>
            </a:extLst>
          </p:cNvPr>
          <p:cNvSpPr/>
          <p:nvPr/>
        </p:nvSpPr>
        <p:spPr>
          <a:xfrm>
            <a:off x="5564124" y="5142344"/>
            <a:ext cx="118872" cy="118872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11" name="Shape 425">
            <a:extLst>
              <a:ext uri="{FF2B5EF4-FFF2-40B4-BE49-F238E27FC236}">
                <a16:creationId xmlns:a16="http://schemas.microsoft.com/office/drawing/2014/main" id="{19742C7D-62A6-1600-F034-8FBF5DBA031F}"/>
              </a:ext>
            </a:extLst>
          </p:cNvPr>
          <p:cNvSpPr/>
          <p:nvPr/>
        </p:nvSpPr>
        <p:spPr>
          <a:xfrm rot="3715385">
            <a:off x="7418894" y="4680285"/>
            <a:ext cx="118872" cy="11887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513" name="Shape 426">
            <a:extLst>
              <a:ext uri="{FF2B5EF4-FFF2-40B4-BE49-F238E27FC236}">
                <a16:creationId xmlns:a16="http://schemas.microsoft.com/office/drawing/2014/main" id="{93E58629-F919-7559-2436-FB640B0EA571}"/>
              </a:ext>
            </a:extLst>
          </p:cNvPr>
          <p:cNvSpPr/>
          <p:nvPr/>
        </p:nvSpPr>
        <p:spPr>
          <a:xfrm rot="3715385">
            <a:off x="7214062" y="4801040"/>
            <a:ext cx="118872" cy="11887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515" name="Shape 437">
            <a:extLst>
              <a:ext uri="{FF2B5EF4-FFF2-40B4-BE49-F238E27FC236}">
                <a16:creationId xmlns:a16="http://schemas.microsoft.com/office/drawing/2014/main" id="{526E9EA6-352F-883B-FC66-E928DC6360B5}"/>
              </a:ext>
            </a:extLst>
          </p:cNvPr>
          <p:cNvSpPr/>
          <p:nvPr/>
        </p:nvSpPr>
        <p:spPr>
          <a:xfrm>
            <a:off x="9221724" y="4990203"/>
            <a:ext cx="118872" cy="118872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517" name="Shape 438">
            <a:extLst>
              <a:ext uri="{FF2B5EF4-FFF2-40B4-BE49-F238E27FC236}">
                <a16:creationId xmlns:a16="http://schemas.microsoft.com/office/drawing/2014/main" id="{257B4215-2CD8-B512-1FFC-0D311677D346}"/>
              </a:ext>
            </a:extLst>
          </p:cNvPr>
          <p:cNvSpPr/>
          <p:nvPr/>
        </p:nvSpPr>
        <p:spPr>
          <a:xfrm>
            <a:off x="9038844" y="5023472"/>
            <a:ext cx="118872" cy="118872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519" name="Shape 74">
            <a:extLst>
              <a:ext uri="{FF2B5EF4-FFF2-40B4-BE49-F238E27FC236}">
                <a16:creationId xmlns:a16="http://schemas.microsoft.com/office/drawing/2014/main" id="{24FF8249-0F7A-BB98-6647-F81FEF73C410}"/>
              </a:ext>
            </a:extLst>
          </p:cNvPr>
          <p:cNvSpPr/>
          <p:nvPr/>
        </p:nvSpPr>
        <p:spPr>
          <a:xfrm>
            <a:off x="1627632" y="3262325"/>
            <a:ext cx="704088" cy="0"/>
          </a:xfrm>
          <a:prstGeom prst="line">
            <a:avLst/>
          </a:prstGeom>
          <a:noFill/>
          <a:ln w="7620">
            <a:solidFill>
              <a:srgbClr val="5E6368"/>
            </a:solidFill>
            <a:prstDash val="solid"/>
            <a:tailEnd type="triangle"/>
          </a:ln>
        </p:spPr>
      </p:sp>
      <p:sp>
        <p:nvSpPr>
          <p:cNvPr id="521" name="Shape 72">
            <a:extLst>
              <a:ext uri="{FF2B5EF4-FFF2-40B4-BE49-F238E27FC236}">
                <a16:creationId xmlns:a16="http://schemas.microsoft.com/office/drawing/2014/main" id="{7BA3A0FE-511E-D29D-3B3C-55A802CDA021}"/>
              </a:ext>
            </a:extLst>
          </p:cNvPr>
          <p:cNvSpPr/>
          <p:nvPr/>
        </p:nvSpPr>
        <p:spPr>
          <a:xfrm>
            <a:off x="1892808" y="3963924"/>
            <a:ext cx="836674" cy="242315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23" name="Shape 72">
            <a:extLst>
              <a:ext uri="{FF2B5EF4-FFF2-40B4-BE49-F238E27FC236}">
                <a16:creationId xmlns:a16="http://schemas.microsoft.com/office/drawing/2014/main" id="{3116E029-EB67-0020-1A93-5E52DADA2F2B}"/>
              </a:ext>
            </a:extLst>
          </p:cNvPr>
          <p:cNvSpPr/>
          <p:nvPr/>
        </p:nvSpPr>
        <p:spPr>
          <a:xfrm flipV="1">
            <a:off x="1201522" y="3657600"/>
            <a:ext cx="1217524" cy="146304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25" name="Shape 72">
            <a:extLst>
              <a:ext uri="{FF2B5EF4-FFF2-40B4-BE49-F238E27FC236}">
                <a16:creationId xmlns:a16="http://schemas.microsoft.com/office/drawing/2014/main" id="{023FAF00-1851-8B1A-77A5-351D876AFDC7}"/>
              </a:ext>
            </a:extLst>
          </p:cNvPr>
          <p:cNvSpPr/>
          <p:nvPr/>
        </p:nvSpPr>
        <p:spPr>
          <a:xfrm flipV="1">
            <a:off x="1691183" y="4034332"/>
            <a:ext cx="785469" cy="192025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27" name="Shape 72">
            <a:extLst>
              <a:ext uri="{FF2B5EF4-FFF2-40B4-BE49-F238E27FC236}">
                <a16:creationId xmlns:a16="http://schemas.microsoft.com/office/drawing/2014/main" id="{531F3837-A338-6A93-FCFE-D87A566F442B}"/>
              </a:ext>
            </a:extLst>
          </p:cNvPr>
          <p:cNvSpPr/>
          <p:nvPr/>
        </p:nvSpPr>
        <p:spPr>
          <a:xfrm>
            <a:off x="1917675" y="5158460"/>
            <a:ext cx="302666" cy="1243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29" name="Shape 72">
            <a:extLst>
              <a:ext uri="{FF2B5EF4-FFF2-40B4-BE49-F238E27FC236}">
                <a16:creationId xmlns:a16="http://schemas.microsoft.com/office/drawing/2014/main" id="{1625D064-1235-B243-324C-F188699218D3}"/>
              </a:ext>
            </a:extLst>
          </p:cNvPr>
          <p:cNvSpPr/>
          <p:nvPr/>
        </p:nvSpPr>
        <p:spPr>
          <a:xfrm>
            <a:off x="1917675" y="5003726"/>
            <a:ext cx="302666" cy="1243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31" name="Shape 72">
            <a:extLst>
              <a:ext uri="{FF2B5EF4-FFF2-40B4-BE49-F238E27FC236}">
                <a16:creationId xmlns:a16="http://schemas.microsoft.com/office/drawing/2014/main" id="{B2205644-864F-1223-7871-788B99A71DA3}"/>
              </a:ext>
            </a:extLst>
          </p:cNvPr>
          <p:cNvSpPr/>
          <p:nvPr/>
        </p:nvSpPr>
        <p:spPr>
          <a:xfrm>
            <a:off x="1917675" y="4828032"/>
            <a:ext cx="302666" cy="1243"/>
          </a:xfrm>
          <a:prstGeom prst="line">
            <a:avLst/>
          </a:prstGeom>
          <a:noFill/>
          <a:ln w="762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33" name="任意多边形: 形状 532">
            <a:extLst>
              <a:ext uri="{FF2B5EF4-FFF2-40B4-BE49-F238E27FC236}">
                <a16:creationId xmlns:a16="http://schemas.microsoft.com/office/drawing/2014/main" id="{B4C232EE-D774-769B-14AC-A18B067EC4FE}"/>
              </a:ext>
            </a:extLst>
          </p:cNvPr>
          <p:cNvSpPr/>
          <p:nvPr/>
        </p:nvSpPr>
        <p:spPr>
          <a:xfrm>
            <a:off x="5648498" y="3160431"/>
            <a:ext cx="935182" cy="403243"/>
          </a:xfrm>
          <a:custGeom>
            <a:avLst/>
            <a:gdLst>
              <a:gd name="csX0" fmla="*/ 0 w 935182"/>
              <a:gd name="csY0" fmla="*/ 290885 h 403243"/>
              <a:gd name="csX1" fmla="*/ 124691 w 935182"/>
              <a:gd name="csY1" fmla="*/ 186976 h 403243"/>
              <a:gd name="csX2" fmla="*/ 141317 w 935182"/>
              <a:gd name="csY2" fmla="*/ 232696 h 403243"/>
              <a:gd name="csX3" fmla="*/ 174567 w 935182"/>
              <a:gd name="csY3" fmla="*/ 241009 h 403243"/>
              <a:gd name="csX4" fmla="*/ 307571 w 935182"/>
              <a:gd name="csY4" fmla="*/ 340761 h 403243"/>
              <a:gd name="csX5" fmla="*/ 361604 w 935182"/>
              <a:gd name="csY5" fmla="*/ 403107 h 403243"/>
              <a:gd name="csX6" fmla="*/ 390698 w 935182"/>
              <a:gd name="csY6" fmla="*/ 378169 h 403243"/>
              <a:gd name="csX7" fmla="*/ 423949 w 935182"/>
              <a:gd name="csY7" fmla="*/ 270103 h 403243"/>
              <a:gd name="csX8" fmla="*/ 436418 w 935182"/>
              <a:gd name="csY8" fmla="*/ 203601 h 403243"/>
              <a:gd name="csX9" fmla="*/ 527858 w 935182"/>
              <a:gd name="csY9" fmla="*/ 220227 h 403243"/>
              <a:gd name="csX10" fmla="*/ 561109 w 935182"/>
              <a:gd name="csY10" fmla="*/ 141256 h 403243"/>
              <a:gd name="csX11" fmla="*/ 573578 w 935182"/>
              <a:gd name="csY11" fmla="*/ 95536 h 403243"/>
              <a:gd name="csX12" fmla="*/ 627611 w 935182"/>
              <a:gd name="csY12" fmla="*/ 103849 h 403243"/>
              <a:gd name="csX13" fmla="*/ 652549 w 935182"/>
              <a:gd name="csY13" fmla="*/ 116318 h 403243"/>
              <a:gd name="csX14" fmla="*/ 669175 w 935182"/>
              <a:gd name="csY14" fmla="*/ 120474 h 403243"/>
              <a:gd name="csX15" fmla="*/ 689957 w 935182"/>
              <a:gd name="csY15" fmla="*/ 132943 h 403243"/>
              <a:gd name="csX16" fmla="*/ 706582 w 935182"/>
              <a:gd name="csY16" fmla="*/ 141256 h 403243"/>
              <a:gd name="csX17" fmla="*/ 727364 w 935182"/>
              <a:gd name="csY17" fmla="*/ 128787 h 403243"/>
              <a:gd name="csX18" fmla="*/ 814647 w 935182"/>
              <a:gd name="csY18" fmla="*/ 95536 h 403243"/>
              <a:gd name="csX19" fmla="*/ 931026 w 935182"/>
              <a:gd name="csY19" fmla="*/ 24878 h 403243"/>
              <a:gd name="csX20" fmla="*/ 935182 w 935182"/>
              <a:gd name="csY20" fmla="*/ 29034 h 403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935182" h="403243">
                <a:moveTo>
                  <a:pt x="0" y="290885"/>
                </a:moveTo>
                <a:cubicBezTo>
                  <a:pt x="106604" y="193165"/>
                  <a:pt x="59408" y="219618"/>
                  <a:pt x="124691" y="186976"/>
                </a:cubicBezTo>
                <a:cubicBezTo>
                  <a:pt x="127132" y="199180"/>
                  <a:pt x="130342" y="224714"/>
                  <a:pt x="141317" y="232696"/>
                </a:cubicBezTo>
                <a:cubicBezTo>
                  <a:pt x="150556" y="239416"/>
                  <a:pt x="163484" y="238238"/>
                  <a:pt x="174567" y="241009"/>
                </a:cubicBezTo>
                <a:cubicBezTo>
                  <a:pt x="218902" y="274260"/>
                  <a:pt x="265692" y="304466"/>
                  <a:pt x="307571" y="340761"/>
                </a:cubicBezTo>
                <a:cubicBezTo>
                  <a:pt x="328353" y="358772"/>
                  <a:pt x="339137" y="387248"/>
                  <a:pt x="361604" y="403107"/>
                </a:cubicBezTo>
                <a:cubicBezTo>
                  <a:pt x="364729" y="405313"/>
                  <a:pt x="388776" y="380091"/>
                  <a:pt x="390698" y="378169"/>
                </a:cubicBezTo>
                <a:cubicBezTo>
                  <a:pt x="401782" y="342147"/>
                  <a:pt x="414400" y="306562"/>
                  <a:pt x="423949" y="270103"/>
                </a:cubicBezTo>
                <a:cubicBezTo>
                  <a:pt x="429663" y="248285"/>
                  <a:pt x="416085" y="213361"/>
                  <a:pt x="436418" y="203601"/>
                </a:cubicBezTo>
                <a:cubicBezTo>
                  <a:pt x="464347" y="190195"/>
                  <a:pt x="497378" y="214685"/>
                  <a:pt x="527858" y="220227"/>
                </a:cubicBezTo>
                <a:cubicBezTo>
                  <a:pt x="538942" y="193903"/>
                  <a:pt x="551276" y="168072"/>
                  <a:pt x="561109" y="141256"/>
                </a:cubicBezTo>
                <a:cubicBezTo>
                  <a:pt x="566547" y="126425"/>
                  <a:pt x="559810" y="103280"/>
                  <a:pt x="573578" y="95536"/>
                </a:cubicBezTo>
                <a:cubicBezTo>
                  <a:pt x="589461" y="86602"/>
                  <a:pt x="609600" y="101078"/>
                  <a:pt x="627611" y="103849"/>
                </a:cubicBezTo>
                <a:cubicBezTo>
                  <a:pt x="635924" y="108005"/>
                  <a:pt x="643920" y="112866"/>
                  <a:pt x="652549" y="116318"/>
                </a:cubicBezTo>
                <a:cubicBezTo>
                  <a:pt x="657853" y="118440"/>
                  <a:pt x="663955" y="118154"/>
                  <a:pt x="669175" y="120474"/>
                </a:cubicBezTo>
                <a:cubicBezTo>
                  <a:pt x="676557" y="123755"/>
                  <a:pt x="682895" y="129020"/>
                  <a:pt x="689957" y="132943"/>
                </a:cubicBezTo>
                <a:cubicBezTo>
                  <a:pt x="695373" y="135952"/>
                  <a:pt x="701040" y="138485"/>
                  <a:pt x="706582" y="141256"/>
                </a:cubicBezTo>
                <a:cubicBezTo>
                  <a:pt x="713509" y="137100"/>
                  <a:pt x="720010" y="132130"/>
                  <a:pt x="727364" y="128787"/>
                </a:cubicBezTo>
                <a:cubicBezTo>
                  <a:pt x="787424" y="101487"/>
                  <a:pt x="776872" y="104979"/>
                  <a:pt x="814647" y="95536"/>
                </a:cubicBezTo>
                <a:cubicBezTo>
                  <a:pt x="910774" y="-591"/>
                  <a:pt x="873717" y="-24243"/>
                  <a:pt x="931026" y="24878"/>
                </a:cubicBezTo>
                <a:cubicBezTo>
                  <a:pt x="932514" y="26153"/>
                  <a:pt x="933797" y="27649"/>
                  <a:pt x="935182" y="2903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任意多边形: 形状 534">
            <a:extLst>
              <a:ext uri="{FF2B5EF4-FFF2-40B4-BE49-F238E27FC236}">
                <a16:creationId xmlns:a16="http://schemas.microsoft.com/office/drawing/2014/main" id="{7A819B2B-3C05-DA59-4027-391E97F89FCF}"/>
              </a:ext>
            </a:extLst>
          </p:cNvPr>
          <p:cNvSpPr/>
          <p:nvPr/>
        </p:nvSpPr>
        <p:spPr>
          <a:xfrm>
            <a:off x="6637713" y="3168683"/>
            <a:ext cx="810491" cy="137160"/>
          </a:xfrm>
          <a:custGeom>
            <a:avLst/>
            <a:gdLst>
              <a:gd name="csX0" fmla="*/ 0 w 810491"/>
              <a:gd name="csY0" fmla="*/ 49877 h 137160"/>
              <a:gd name="csX1" fmla="*/ 41563 w 810491"/>
              <a:gd name="csY1" fmla="*/ 62346 h 137160"/>
              <a:gd name="csX2" fmla="*/ 54032 w 810491"/>
              <a:gd name="csY2" fmla="*/ 74815 h 137160"/>
              <a:gd name="csX3" fmla="*/ 83127 w 810491"/>
              <a:gd name="csY3" fmla="*/ 112222 h 137160"/>
              <a:gd name="csX4" fmla="*/ 120534 w 810491"/>
              <a:gd name="csY4" fmla="*/ 120535 h 137160"/>
              <a:gd name="csX5" fmla="*/ 220287 w 810491"/>
              <a:gd name="csY5" fmla="*/ 124691 h 137160"/>
              <a:gd name="csX6" fmla="*/ 236912 w 810491"/>
              <a:gd name="csY6" fmla="*/ 137160 h 137160"/>
              <a:gd name="csX7" fmla="*/ 336665 w 810491"/>
              <a:gd name="csY7" fmla="*/ 78971 h 137160"/>
              <a:gd name="csX8" fmla="*/ 361603 w 810491"/>
              <a:gd name="csY8" fmla="*/ 49877 h 137160"/>
              <a:gd name="csX9" fmla="*/ 386542 w 810491"/>
              <a:gd name="csY9" fmla="*/ 29095 h 137160"/>
              <a:gd name="csX10" fmla="*/ 411480 w 810491"/>
              <a:gd name="csY10" fmla="*/ 8313 h 137160"/>
              <a:gd name="csX11" fmla="*/ 440574 w 810491"/>
              <a:gd name="csY11" fmla="*/ 0 h 137160"/>
              <a:gd name="csX12" fmla="*/ 444731 w 810491"/>
              <a:gd name="csY12" fmla="*/ 91440 h 137160"/>
              <a:gd name="csX13" fmla="*/ 473825 w 810491"/>
              <a:gd name="csY13" fmla="*/ 95597 h 137160"/>
              <a:gd name="csX14" fmla="*/ 519545 w 810491"/>
              <a:gd name="csY14" fmla="*/ 78971 h 137160"/>
              <a:gd name="csX15" fmla="*/ 698269 w 810491"/>
              <a:gd name="csY15" fmla="*/ 87284 h 137160"/>
              <a:gd name="csX16" fmla="*/ 739832 w 810491"/>
              <a:gd name="csY16" fmla="*/ 66502 h 137160"/>
              <a:gd name="csX17" fmla="*/ 752302 w 810491"/>
              <a:gd name="csY17" fmla="*/ 62346 h 137160"/>
              <a:gd name="csX18" fmla="*/ 760614 w 810491"/>
              <a:gd name="csY18" fmla="*/ 95597 h 137160"/>
              <a:gd name="csX19" fmla="*/ 773083 w 810491"/>
              <a:gd name="csY19" fmla="*/ 99753 h 137160"/>
              <a:gd name="csX20" fmla="*/ 810491 w 810491"/>
              <a:gd name="csY20" fmla="*/ 99753 h 13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810491" h="137160">
                <a:moveTo>
                  <a:pt x="0" y="49877"/>
                </a:moveTo>
                <a:cubicBezTo>
                  <a:pt x="13854" y="54033"/>
                  <a:pt x="28430" y="56285"/>
                  <a:pt x="41563" y="62346"/>
                </a:cubicBezTo>
                <a:cubicBezTo>
                  <a:pt x="46900" y="64809"/>
                  <a:pt x="50505" y="70113"/>
                  <a:pt x="54032" y="74815"/>
                </a:cubicBezTo>
                <a:cubicBezTo>
                  <a:pt x="62620" y="86266"/>
                  <a:pt x="68467" y="105456"/>
                  <a:pt x="83127" y="112222"/>
                </a:cubicBezTo>
                <a:cubicBezTo>
                  <a:pt x="94725" y="117575"/>
                  <a:pt x="108065" y="117764"/>
                  <a:pt x="120534" y="120535"/>
                </a:cubicBezTo>
                <a:cubicBezTo>
                  <a:pt x="161385" y="117981"/>
                  <a:pt x="184548" y="109800"/>
                  <a:pt x="220287" y="124691"/>
                </a:cubicBezTo>
                <a:cubicBezTo>
                  <a:pt x="226681" y="127355"/>
                  <a:pt x="231370" y="133004"/>
                  <a:pt x="236912" y="137160"/>
                </a:cubicBezTo>
                <a:cubicBezTo>
                  <a:pt x="270163" y="117764"/>
                  <a:pt x="305129" y="101046"/>
                  <a:pt x="336665" y="78971"/>
                </a:cubicBezTo>
                <a:cubicBezTo>
                  <a:pt x="347129" y="71646"/>
                  <a:pt x="353058" y="59371"/>
                  <a:pt x="361603" y="49877"/>
                </a:cubicBezTo>
                <a:cubicBezTo>
                  <a:pt x="379082" y="30457"/>
                  <a:pt x="367926" y="43574"/>
                  <a:pt x="386542" y="29095"/>
                </a:cubicBezTo>
                <a:cubicBezTo>
                  <a:pt x="395083" y="22452"/>
                  <a:pt x="401953" y="13443"/>
                  <a:pt x="411480" y="8313"/>
                </a:cubicBezTo>
                <a:cubicBezTo>
                  <a:pt x="420360" y="3531"/>
                  <a:pt x="430876" y="2771"/>
                  <a:pt x="440574" y="0"/>
                </a:cubicBezTo>
                <a:cubicBezTo>
                  <a:pt x="441960" y="30480"/>
                  <a:pt x="434707" y="62622"/>
                  <a:pt x="444731" y="91440"/>
                </a:cubicBezTo>
                <a:cubicBezTo>
                  <a:pt x="447949" y="100693"/>
                  <a:pt x="464162" y="97208"/>
                  <a:pt x="473825" y="95597"/>
                </a:cubicBezTo>
                <a:cubicBezTo>
                  <a:pt x="489821" y="92931"/>
                  <a:pt x="504305" y="84513"/>
                  <a:pt x="519545" y="78971"/>
                </a:cubicBezTo>
                <a:cubicBezTo>
                  <a:pt x="600881" y="99306"/>
                  <a:pt x="598646" y="106132"/>
                  <a:pt x="698269" y="87284"/>
                </a:cubicBezTo>
                <a:cubicBezTo>
                  <a:pt x="713489" y="84405"/>
                  <a:pt x="725768" y="72993"/>
                  <a:pt x="739832" y="66502"/>
                </a:cubicBezTo>
                <a:cubicBezTo>
                  <a:pt x="743810" y="64666"/>
                  <a:pt x="748145" y="63731"/>
                  <a:pt x="752302" y="62346"/>
                </a:cubicBezTo>
                <a:cubicBezTo>
                  <a:pt x="755073" y="73430"/>
                  <a:pt x="755066" y="85610"/>
                  <a:pt x="760614" y="95597"/>
                </a:cubicBezTo>
                <a:cubicBezTo>
                  <a:pt x="762742" y="99427"/>
                  <a:pt x="768717" y="99389"/>
                  <a:pt x="773083" y="99753"/>
                </a:cubicBezTo>
                <a:cubicBezTo>
                  <a:pt x="785509" y="100788"/>
                  <a:pt x="798022" y="99753"/>
                  <a:pt x="810491" y="9975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任意多边形: 形状 536">
            <a:extLst>
              <a:ext uri="{FF2B5EF4-FFF2-40B4-BE49-F238E27FC236}">
                <a16:creationId xmlns:a16="http://schemas.microsoft.com/office/drawing/2014/main" id="{E00F7E11-DC6C-AF7C-8690-939132066A37}"/>
              </a:ext>
            </a:extLst>
          </p:cNvPr>
          <p:cNvSpPr/>
          <p:nvPr/>
        </p:nvSpPr>
        <p:spPr>
          <a:xfrm>
            <a:off x="7448204" y="3181152"/>
            <a:ext cx="453043" cy="99753"/>
          </a:xfrm>
          <a:custGeom>
            <a:avLst/>
            <a:gdLst>
              <a:gd name="csX0" fmla="*/ 0 w 453043"/>
              <a:gd name="csY0" fmla="*/ 83128 h 99753"/>
              <a:gd name="csX1" fmla="*/ 20781 w 453043"/>
              <a:gd name="csY1" fmla="*/ 62346 h 99753"/>
              <a:gd name="csX2" fmla="*/ 87283 w 453043"/>
              <a:gd name="csY2" fmla="*/ 24939 h 99753"/>
              <a:gd name="csX3" fmla="*/ 157941 w 453043"/>
              <a:gd name="csY3" fmla="*/ 45720 h 99753"/>
              <a:gd name="csX4" fmla="*/ 187036 w 453043"/>
              <a:gd name="csY4" fmla="*/ 70659 h 99753"/>
              <a:gd name="csX5" fmla="*/ 207818 w 453043"/>
              <a:gd name="csY5" fmla="*/ 78971 h 99753"/>
              <a:gd name="csX6" fmla="*/ 282632 w 453043"/>
              <a:gd name="csY6" fmla="*/ 99753 h 99753"/>
              <a:gd name="csX7" fmla="*/ 378229 w 453043"/>
              <a:gd name="csY7" fmla="*/ 54033 h 99753"/>
              <a:gd name="csX8" fmla="*/ 440574 w 453043"/>
              <a:gd name="csY8" fmla="*/ 8313 h 99753"/>
              <a:gd name="csX9" fmla="*/ 453043 w 453043"/>
              <a:gd name="csY9" fmla="*/ 0 h 99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53043" h="99753">
                <a:moveTo>
                  <a:pt x="0" y="83128"/>
                </a:moveTo>
                <a:cubicBezTo>
                  <a:pt x="6927" y="76201"/>
                  <a:pt x="12839" y="68082"/>
                  <a:pt x="20781" y="62346"/>
                </a:cubicBezTo>
                <a:cubicBezTo>
                  <a:pt x="62676" y="32088"/>
                  <a:pt x="58039" y="34686"/>
                  <a:pt x="87283" y="24939"/>
                </a:cubicBezTo>
                <a:cubicBezTo>
                  <a:pt x="98903" y="-9918"/>
                  <a:pt x="89642" y="4146"/>
                  <a:pt x="157941" y="45720"/>
                </a:cubicBezTo>
                <a:cubicBezTo>
                  <a:pt x="168852" y="52362"/>
                  <a:pt x="176408" y="63574"/>
                  <a:pt x="187036" y="70659"/>
                </a:cubicBezTo>
                <a:cubicBezTo>
                  <a:pt x="193244" y="74798"/>
                  <a:pt x="200960" y="76032"/>
                  <a:pt x="207818" y="78971"/>
                </a:cubicBezTo>
                <a:cubicBezTo>
                  <a:pt x="259136" y="100964"/>
                  <a:pt x="229414" y="93840"/>
                  <a:pt x="282632" y="99753"/>
                </a:cubicBezTo>
                <a:cubicBezTo>
                  <a:pt x="309531" y="87799"/>
                  <a:pt x="356031" y="67811"/>
                  <a:pt x="378229" y="54033"/>
                </a:cubicBezTo>
                <a:cubicBezTo>
                  <a:pt x="400125" y="40442"/>
                  <a:pt x="419682" y="23402"/>
                  <a:pt x="440574" y="8313"/>
                </a:cubicBezTo>
                <a:cubicBezTo>
                  <a:pt x="444624" y="5388"/>
                  <a:pt x="448887" y="2771"/>
                  <a:pt x="45304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任意多边形: 形状 538">
            <a:extLst>
              <a:ext uri="{FF2B5EF4-FFF2-40B4-BE49-F238E27FC236}">
                <a16:creationId xmlns:a16="http://schemas.microsoft.com/office/drawing/2014/main" id="{3F1DDBE3-2D27-5FE2-33B2-E8C2FC4E281A}"/>
              </a:ext>
            </a:extLst>
          </p:cNvPr>
          <p:cNvSpPr/>
          <p:nvPr/>
        </p:nvSpPr>
        <p:spPr>
          <a:xfrm>
            <a:off x="7219604" y="3264280"/>
            <a:ext cx="494607" cy="311727"/>
          </a:xfrm>
          <a:custGeom>
            <a:avLst/>
            <a:gdLst>
              <a:gd name="csX0" fmla="*/ 0 w 494607"/>
              <a:gd name="csY0" fmla="*/ 0 h 311727"/>
              <a:gd name="csX1" fmla="*/ 20781 w 494607"/>
              <a:gd name="csY1" fmla="*/ 4156 h 311727"/>
              <a:gd name="csX2" fmla="*/ 87283 w 494607"/>
              <a:gd name="csY2" fmla="*/ 49876 h 311727"/>
              <a:gd name="csX3" fmla="*/ 108065 w 494607"/>
              <a:gd name="csY3" fmla="*/ 54032 h 311727"/>
              <a:gd name="csX4" fmla="*/ 133003 w 494607"/>
              <a:gd name="csY4" fmla="*/ 49876 h 311727"/>
              <a:gd name="csX5" fmla="*/ 178723 w 494607"/>
              <a:gd name="csY5" fmla="*/ 78971 h 311727"/>
              <a:gd name="csX6" fmla="*/ 187036 w 494607"/>
              <a:gd name="csY6" fmla="*/ 95596 h 311727"/>
              <a:gd name="csX7" fmla="*/ 228600 w 494607"/>
              <a:gd name="csY7" fmla="*/ 133003 h 311727"/>
              <a:gd name="csX8" fmla="*/ 282632 w 494607"/>
              <a:gd name="csY8" fmla="*/ 166254 h 311727"/>
              <a:gd name="csX9" fmla="*/ 361603 w 494607"/>
              <a:gd name="csY9" fmla="*/ 232756 h 311727"/>
              <a:gd name="csX10" fmla="*/ 423949 w 494607"/>
              <a:gd name="csY10" fmla="*/ 307571 h 311727"/>
              <a:gd name="csX11" fmla="*/ 436418 w 494607"/>
              <a:gd name="csY11" fmla="*/ 311727 h 311727"/>
              <a:gd name="csX12" fmla="*/ 457200 w 494607"/>
              <a:gd name="csY12" fmla="*/ 295101 h 311727"/>
              <a:gd name="csX13" fmla="*/ 482138 w 494607"/>
              <a:gd name="csY13" fmla="*/ 282632 h 311727"/>
              <a:gd name="csX14" fmla="*/ 494607 w 494607"/>
              <a:gd name="csY14" fmla="*/ 274320 h 311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94607" h="311727">
                <a:moveTo>
                  <a:pt x="0" y="0"/>
                </a:moveTo>
                <a:cubicBezTo>
                  <a:pt x="6927" y="1385"/>
                  <a:pt x="14648" y="651"/>
                  <a:pt x="20781" y="4156"/>
                </a:cubicBezTo>
                <a:cubicBezTo>
                  <a:pt x="44137" y="17502"/>
                  <a:pt x="60905" y="44601"/>
                  <a:pt x="87283" y="49876"/>
                </a:cubicBezTo>
                <a:lnTo>
                  <a:pt x="108065" y="54032"/>
                </a:lnTo>
                <a:cubicBezTo>
                  <a:pt x="116378" y="52647"/>
                  <a:pt x="124674" y="48595"/>
                  <a:pt x="133003" y="49876"/>
                </a:cubicBezTo>
                <a:cubicBezTo>
                  <a:pt x="151685" y="52750"/>
                  <a:pt x="167723" y="64304"/>
                  <a:pt x="178723" y="78971"/>
                </a:cubicBezTo>
                <a:cubicBezTo>
                  <a:pt x="182440" y="83928"/>
                  <a:pt x="182833" y="91043"/>
                  <a:pt x="187036" y="95596"/>
                </a:cubicBezTo>
                <a:cubicBezTo>
                  <a:pt x="199679" y="109292"/>
                  <a:pt x="213611" y="121924"/>
                  <a:pt x="228600" y="133003"/>
                </a:cubicBezTo>
                <a:cubicBezTo>
                  <a:pt x="245607" y="145573"/>
                  <a:pt x="265144" y="154362"/>
                  <a:pt x="282632" y="166254"/>
                </a:cubicBezTo>
                <a:cubicBezTo>
                  <a:pt x="313807" y="187453"/>
                  <a:pt x="337398" y="205093"/>
                  <a:pt x="361603" y="232756"/>
                </a:cubicBezTo>
                <a:cubicBezTo>
                  <a:pt x="386716" y="261457"/>
                  <a:pt x="395227" y="281460"/>
                  <a:pt x="423949" y="307571"/>
                </a:cubicBezTo>
                <a:cubicBezTo>
                  <a:pt x="427191" y="310518"/>
                  <a:pt x="432262" y="310342"/>
                  <a:pt x="436418" y="311727"/>
                </a:cubicBezTo>
                <a:cubicBezTo>
                  <a:pt x="443345" y="306185"/>
                  <a:pt x="449716" y="299864"/>
                  <a:pt x="457200" y="295101"/>
                </a:cubicBezTo>
                <a:cubicBezTo>
                  <a:pt x="465041" y="290111"/>
                  <a:pt x="474014" y="287145"/>
                  <a:pt x="482138" y="282632"/>
                </a:cubicBezTo>
                <a:cubicBezTo>
                  <a:pt x="486505" y="280206"/>
                  <a:pt x="490451" y="277091"/>
                  <a:pt x="494607" y="27432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1" name="Shape 228">
            <a:extLst>
              <a:ext uri="{FF2B5EF4-FFF2-40B4-BE49-F238E27FC236}">
                <a16:creationId xmlns:a16="http://schemas.microsoft.com/office/drawing/2014/main" id="{96FAE296-C8A9-60F7-0165-079945BE8888}"/>
              </a:ext>
            </a:extLst>
          </p:cNvPr>
          <p:cNvSpPr/>
          <p:nvPr/>
        </p:nvSpPr>
        <p:spPr>
          <a:xfrm>
            <a:off x="7704200" y="3490522"/>
            <a:ext cx="73152" cy="7315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543" name="任意多边形: 形状 542">
            <a:extLst>
              <a:ext uri="{FF2B5EF4-FFF2-40B4-BE49-F238E27FC236}">
                <a16:creationId xmlns:a16="http://schemas.microsoft.com/office/drawing/2014/main" id="{9B92776A-9379-A21C-377B-A07809ECCD18}"/>
              </a:ext>
            </a:extLst>
          </p:cNvPr>
          <p:cNvSpPr/>
          <p:nvPr/>
        </p:nvSpPr>
        <p:spPr>
          <a:xfrm>
            <a:off x="5653576" y="3449416"/>
            <a:ext cx="1400729" cy="289153"/>
          </a:xfrm>
          <a:custGeom>
            <a:avLst/>
            <a:gdLst>
              <a:gd name="csX0" fmla="*/ 0 w 1400729"/>
              <a:gd name="csY0" fmla="*/ 286225 h 289153"/>
              <a:gd name="csX1" fmla="*/ 113983 w 1400729"/>
              <a:gd name="csY1" fmla="*/ 184907 h 289153"/>
              <a:gd name="csX2" fmla="*/ 172241 w 1400729"/>
              <a:gd name="csY2" fmla="*/ 174775 h 289153"/>
              <a:gd name="csX3" fmla="*/ 210236 w 1400729"/>
              <a:gd name="csY3" fmla="*/ 197571 h 289153"/>
              <a:gd name="csX4" fmla="*/ 220367 w 1400729"/>
              <a:gd name="csY4" fmla="*/ 207703 h 289153"/>
              <a:gd name="csX5" fmla="*/ 233032 w 1400729"/>
              <a:gd name="csY5" fmla="*/ 227967 h 289153"/>
              <a:gd name="csX6" fmla="*/ 255829 w 1400729"/>
              <a:gd name="csY6" fmla="*/ 258363 h 289153"/>
              <a:gd name="csX7" fmla="*/ 278626 w 1400729"/>
              <a:gd name="csY7" fmla="*/ 255830 h 289153"/>
              <a:gd name="csX8" fmla="*/ 301422 w 1400729"/>
              <a:gd name="csY8" fmla="*/ 268494 h 289153"/>
              <a:gd name="csX9" fmla="*/ 316620 w 1400729"/>
              <a:gd name="csY9" fmla="*/ 271027 h 289153"/>
              <a:gd name="csX10" fmla="*/ 352082 w 1400729"/>
              <a:gd name="csY10" fmla="*/ 265961 h 289153"/>
              <a:gd name="csX11" fmla="*/ 397675 w 1400729"/>
              <a:gd name="csY11" fmla="*/ 248231 h 289153"/>
              <a:gd name="csX12" fmla="*/ 438202 w 1400729"/>
              <a:gd name="csY12" fmla="*/ 268494 h 289153"/>
              <a:gd name="csX13" fmla="*/ 458466 w 1400729"/>
              <a:gd name="csY13" fmla="*/ 288758 h 289153"/>
              <a:gd name="csX14" fmla="*/ 478730 w 1400729"/>
              <a:gd name="csY14" fmla="*/ 281159 h 289153"/>
              <a:gd name="csX15" fmla="*/ 514191 w 1400729"/>
              <a:gd name="csY15" fmla="*/ 250764 h 289153"/>
              <a:gd name="csX16" fmla="*/ 564851 w 1400729"/>
              <a:gd name="csY16" fmla="*/ 202637 h 289153"/>
              <a:gd name="csX17" fmla="*/ 572449 w 1400729"/>
              <a:gd name="csY17" fmla="*/ 197571 h 289153"/>
              <a:gd name="csX18" fmla="*/ 645905 w 1400729"/>
              <a:gd name="csY18" fmla="*/ 139313 h 289153"/>
              <a:gd name="csX19" fmla="*/ 676301 w 1400729"/>
              <a:gd name="csY19" fmla="*/ 93720 h 289153"/>
              <a:gd name="csX20" fmla="*/ 701631 w 1400729"/>
              <a:gd name="csY20" fmla="*/ 50660 h 289153"/>
              <a:gd name="csX21" fmla="*/ 676301 w 1400729"/>
              <a:gd name="csY21" fmla="*/ 65857 h 289153"/>
              <a:gd name="csX22" fmla="*/ 648438 w 1400729"/>
              <a:gd name="csY22" fmla="*/ 43061 h 289153"/>
              <a:gd name="csX23" fmla="*/ 673768 w 1400729"/>
              <a:gd name="csY23" fmla="*/ 25330 h 289153"/>
              <a:gd name="csX24" fmla="*/ 706697 w 1400729"/>
              <a:gd name="csY24" fmla="*/ 27863 h 289153"/>
              <a:gd name="csX25" fmla="*/ 737092 w 1400729"/>
              <a:gd name="csY25" fmla="*/ 70923 h 289153"/>
              <a:gd name="csX26" fmla="*/ 747224 w 1400729"/>
              <a:gd name="csY26" fmla="*/ 93720 h 289153"/>
              <a:gd name="csX27" fmla="*/ 797883 w 1400729"/>
              <a:gd name="csY27" fmla="*/ 103852 h 289153"/>
              <a:gd name="csX28" fmla="*/ 810548 w 1400729"/>
              <a:gd name="csY28" fmla="*/ 126648 h 289153"/>
              <a:gd name="csX29" fmla="*/ 843477 w 1400729"/>
              <a:gd name="csY29" fmla="*/ 124116 h 289153"/>
              <a:gd name="csX30" fmla="*/ 906801 w 1400729"/>
              <a:gd name="csY30" fmla="*/ 63324 h 289153"/>
              <a:gd name="csX31" fmla="*/ 952394 w 1400729"/>
              <a:gd name="csY31" fmla="*/ 0 h 289153"/>
              <a:gd name="csX32" fmla="*/ 1020784 w 1400729"/>
              <a:gd name="csY32" fmla="*/ 55725 h 289153"/>
              <a:gd name="csX33" fmla="*/ 1028383 w 1400729"/>
              <a:gd name="csY33" fmla="*/ 101319 h 289153"/>
              <a:gd name="csX34" fmla="*/ 1030916 w 1400729"/>
              <a:gd name="csY34" fmla="*/ 113984 h 289153"/>
              <a:gd name="csX35" fmla="*/ 1041048 w 1400729"/>
              <a:gd name="csY35" fmla="*/ 116517 h 289153"/>
              <a:gd name="csX36" fmla="*/ 1063844 w 1400729"/>
              <a:gd name="csY36" fmla="*/ 136780 h 289153"/>
              <a:gd name="csX37" fmla="*/ 1086641 w 1400729"/>
              <a:gd name="csY37" fmla="*/ 177308 h 289153"/>
              <a:gd name="csX38" fmla="*/ 1157564 w 1400729"/>
              <a:gd name="csY38" fmla="*/ 195039 h 289153"/>
              <a:gd name="csX39" fmla="*/ 1182894 w 1400729"/>
              <a:gd name="csY39" fmla="*/ 217835 h 289153"/>
              <a:gd name="csX40" fmla="*/ 1190493 w 1400729"/>
              <a:gd name="csY40" fmla="*/ 222901 h 289153"/>
              <a:gd name="csX41" fmla="*/ 1274081 w 1400729"/>
              <a:gd name="csY41" fmla="*/ 195039 h 289153"/>
              <a:gd name="csX42" fmla="*/ 1337405 w 1400729"/>
              <a:gd name="csY42" fmla="*/ 174775 h 289153"/>
              <a:gd name="csX43" fmla="*/ 1370333 w 1400729"/>
              <a:gd name="csY43" fmla="*/ 200104 h 289153"/>
              <a:gd name="csX44" fmla="*/ 1393130 w 1400729"/>
              <a:gd name="csY44" fmla="*/ 220368 h 289153"/>
              <a:gd name="csX45" fmla="*/ 1400729 w 1400729"/>
              <a:gd name="csY45" fmla="*/ 227967 h 289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400729" h="289153">
                <a:moveTo>
                  <a:pt x="0" y="286225"/>
                </a:moveTo>
                <a:cubicBezTo>
                  <a:pt x="31257" y="239335"/>
                  <a:pt x="33646" y="232607"/>
                  <a:pt x="113983" y="184907"/>
                </a:cubicBezTo>
                <a:cubicBezTo>
                  <a:pt x="130931" y="174844"/>
                  <a:pt x="152822" y="178152"/>
                  <a:pt x="172241" y="174775"/>
                </a:cubicBezTo>
                <a:cubicBezTo>
                  <a:pt x="190891" y="184100"/>
                  <a:pt x="194160" y="184418"/>
                  <a:pt x="210236" y="197571"/>
                </a:cubicBezTo>
                <a:cubicBezTo>
                  <a:pt x="213932" y="200595"/>
                  <a:pt x="217501" y="203882"/>
                  <a:pt x="220367" y="207703"/>
                </a:cubicBezTo>
                <a:cubicBezTo>
                  <a:pt x="225146" y="214075"/>
                  <a:pt x="228111" y="221704"/>
                  <a:pt x="233032" y="227967"/>
                </a:cubicBezTo>
                <a:cubicBezTo>
                  <a:pt x="259436" y="261572"/>
                  <a:pt x="239333" y="225371"/>
                  <a:pt x="255829" y="258363"/>
                </a:cubicBezTo>
                <a:cubicBezTo>
                  <a:pt x="263428" y="257519"/>
                  <a:pt x="271003" y="255244"/>
                  <a:pt x="278626" y="255830"/>
                </a:cubicBezTo>
                <a:cubicBezTo>
                  <a:pt x="281767" y="256072"/>
                  <a:pt x="300375" y="268113"/>
                  <a:pt x="301422" y="268494"/>
                </a:cubicBezTo>
                <a:cubicBezTo>
                  <a:pt x="306249" y="270249"/>
                  <a:pt x="311554" y="270183"/>
                  <a:pt x="316620" y="271027"/>
                </a:cubicBezTo>
                <a:cubicBezTo>
                  <a:pt x="328441" y="269338"/>
                  <a:pt x="340414" y="268497"/>
                  <a:pt x="352082" y="265961"/>
                </a:cubicBezTo>
                <a:cubicBezTo>
                  <a:pt x="367101" y="262696"/>
                  <a:pt x="383823" y="254387"/>
                  <a:pt x="397675" y="248231"/>
                </a:cubicBezTo>
                <a:cubicBezTo>
                  <a:pt x="411184" y="254985"/>
                  <a:pt x="425635" y="260116"/>
                  <a:pt x="438202" y="268494"/>
                </a:cubicBezTo>
                <a:cubicBezTo>
                  <a:pt x="446150" y="273793"/>
                  <a:pt x="449348" y="285909"/>
                  <a:pt x="458466" y="288758"/>
                </a:cubicBezTo>
                <a:cubicBezTo>
                  <a:pt x="465352" y="290910"/>
                  <a:pt x="471975" y="283692"/>
                  <a:pt x="478730" y="281159"/>
                </a:cubicBezTo>
                <a:cubicBezTo>
                  <a:pt x="490550" y="271027"/>
                  <a:pt x="502687" y="261253"/>
                  <a:pt x="514191" y="250764"/>
                </a:cubicBezTo>
                <a:cubicBezTo>
                  <a:pt x="531403" y="235071"/>
                  <a:pt x="547650" y="218342"/>
                  <a:pt x="564851" y="202637"/>
                </a:cubicBezTo>
                <a:cubicBezTo>
                  <a:pt x="567099" y="200584"/>
                  <a:pt x="570050" y="199445"/>
                  <a:pt x="572449" y="197571"/>
                </a:cubicBezTo>
                <a:cubicBezTo>
                  <a:pt x="597076" y="178331"/>
                  <a:pt x="645905" y="139313"/>
                  <a:pt x="645905" y="139313"/>
                </a:cubicBezTo>
                <a:cubicBezTo>
                  <a:pt x="662107" y="163616"/>
                  <a:pt x="648095" y="147310"/>
                  <a:pt x="676301" y="93720"/>
                </a:cubicBezTo>
                <a:cubicBezTo>
                  <a:pt x="684057" y="78984"/>
                  <a:pt x="701631" y="67313"/>
                  <a:pt x="701631" y="50660"/>
                </a:cubicBezTo>
                <a:cubicBezTo>
                  <a:pt x="701631" y="40814"/>
                  <a:pt x="684744" y="60791"/>
                  <a:pt x="676301" y="65857"/>
                </a:cubicBezTo>
                <a:cubicBezTo>
                  <a:pt x="675324" y="65205"/>
                  <a:pt x="646594" y="47487"/>
                  <a:pt x="648438" y="43061"/>
                </a:cubicBezTo>
                <a:cubicBezTo>
                  <a:pt x="652402" y="33547"/>
                  <a:pt x="665325" y="31240"/>
                  <a:pt x="673768" y="25330"/>
                </a:cubicBezTo>
                <a:cubicBezTo>
                  <a:pt x="684744" y="26174"/>
                  <a:pt x="696937" y="22771"/>
                  <a:pt x="706697" y="27863"/>
                </a:cubicBezTo>
                <a:cubicBezTo>
                  <a:pt x="735157" y="42711"/>
                  <a:pt x="728253" y="51035"/>
                  <a:pt x="737092" y="70923"/>
                </a:cubicBezTo>
                <a:cubicBezTo>
                  <a:pt x="740469" y="78522"/>
                  <a:pt x="739912" y="89759"/>
                  <a:pt x="747224" y="93720"/>
                </a:cubicBezTo>
                <a:cubicBezTo>
                  <a:pt x="762366" y="101922"/>
                  <a:pt x="780997" y="100475"/>
                  <a:pt x="797883" y="103852"/>
                </a:cubicBezTo>
                <a:cubicBezTo>
                  <a:pt x="802105" y="111451"/>
                  <a:pt x="802605" y="123118"/>
                  <a:pt x="810548" y="126648"/>
                </a:cubicBezTo>
                <a:cubicBezTo>
                  <a:pt x="820608" y="131119"/>
                  <a:pt x="834280" y="130167"/>
                  <a:pt x="843477" y="124116"/>
                </a:cubicBezTo>
                <a:cubicBezTo>
                  <a:pt x="867922" y="108034"/>
                  <a:pt x="887879" y="85643"/>
                  <a:pt x="906801" y="63324"/>
                </a:cubicBezTo>
                <a:cubicBezTo>
                  <a:pt x="978957" y="-21784"/>
                  <a:pt x="918047" y="25760"/>
                  <a:pt x="952394" y="0"/>
                </a:cubicBezTo>
                <a:cubicBezTo>
                  <a:pt x="974910" y="14328"/>
                  <a:pt x="1007497" y="32647"/>
                  <a:pt x="1020784" y="55725"/>
                </a:cubicBezTo>
                <a:cubicBezTo>
                  <a:pt x="1028472" y="69078"/>
                  <a:pt x="1025743" y="86139"/>
                  <a:pt x="1028383" y="101319"/>
                </a:cubicBezTo>
                <a:cubicBezTo>
                  <a:pt x="1029121" y="105561"/>
                  <a:pt x="1028160" y="110677"/>
                  <a:pt x="1030916" y="113984"/>
                </a:cubicBezTo>
                <a:cubicBezTo>
                  <a:pt x="1033145" y="116658"/>
                  <a:pt x="1037671" y="115673"/>
                  <a:pt x="1041048" y="116517"/>
                </a:cubicBezTo>
                <a:cubicBezTo>
                  <a:pt x="1048647" y="123271"/>
                  <a:pt x="1057744" y="128647"/>
                  <a:pt x="1063844" y="136780"/>
                </a:cubicBezTo>
                <a:cubicBezTo>
                  <a:pt x="1073144" y="149180"/>
                  <a:pt x="1073477" y="169125"/>
                  <a:pt x="1086641" y="177308"/>
                </a:cubicBezTo>
                <a:cubicBezTo>
                  <a:pt x="1107337" y="190173"/>
                  <a:pt x="1157564" y="195039"/>
                  <a:pt x="1157564" y="195039"/>
                </a:cubicBezTo>
                <a:cubicBezTo>
                  <a:pt x="1166007" y="202638"/>
                  <a:pt x="1174222" y="210498"/>
                  <a:pt x="1182894" y="217835"/>
                </a:cubicBezTo>
                <a:cubicBezTo>
                  <a:pt x="1185218" y="219801"/>
                  <a:pt x="1187454" y="223080"/>
                  <a:pt x="1190493" y="222901"/>
                </a:cubicBezTo>
                <a:cubicBezTo>
                  <a:pt x="1222263" y="221032"/>
                  <a:pt x="1244633" y="206491"/>
                  <a:pt x="1274081" y="195039"/>
                </a:cubicBezTo>
                <a:cubicBezTo>
                  <a:pt x="1310867" y="180734"/>
                  <a:pt x="1308248" y="182064"/>
                  <a:pt x="1337405" y="174775"/>
                </a:cubicBezTo>
                <a:cubicBezTo>
                  <a:pt x="1348381" y="183218"/>
                  <a:pt x="1359616" y="191335"/>
                  <a:pt x="1370333" y="200104"/>
                </a:cubicBezTo>
                <a:cubicBezTo>
                  <a:pt x="1378202" y="206542"/>
                  <a:pt x="1385635" y="213498"/>
                  <a:pt x="1393130" y="220368"/>
                </a:cubicBezTo>
                <a:cubicBezTo>
                  <a:pt x="1395771" y="222789"/>
                  <a:pt x="1400729" y="227967"/>
                  <a:pt x="1400729" y="22796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任意多边形: 形状 544">
            <a:extLst>
              <a:ext uri="{FF2B5EF4-FFF2-40B4-BE49-F238E27FC236}">
                <a16:creationId xmlns:a16="http://schemas.microsoft.com/office/drawing/2014/main" id="{09DAAF7D-9563-9F4B-BAD5-A7E3CF9BC937}"/>
              </a:ext>
            </a:extLst>
          </p:cNvPr>
          <p:cNvSpPr/>
          <p:nvPr/>
        </p:nvSpPr>
        <p:spPr>
          <a:xfrm>
            <a:off x="7059371" y="3545557"/>
            <a:ext cx="539521" cy="144491"/>
          </a:xfrm>
          <a:custGeom>
            <a:avLst/>
            <a:gdLst>
              <a:gd name="csX0" fmla="*/ 0 w 539521"/>
              <a:gd name="csY0" fmla="*/ 136892 h 144491"/>
              <a:gd name="csX1" fmla="*/ 139313 w 539521"/>
              <a:gd name="csY1" fmla="*/ 33040 h 144491"/>
              <a:gd name="csX2" fmla="*/ 210236 w 539521"/>
              <a:gd name="csY2" fmla="*/ 15310 h 144491"/>
              <a:gd name="csX3" fmla="*/ 230499 w 539521"/>
              <a:gd name="csY3" fmla="*/ 17843 h 144491"/>
              <a:gd name="csX4" fmla="*/ 248230 w 539521"/>
              <a:gd name="csY4" fmla="*/ 68502 h 144491"/>
              <a:gd name="csX5" fmla="*/ 273560 w 539521"/>
              <a:gd name="csY5" fmla="*/ 45705 h 144491"/>
              <a:gd name="csX6" fmla="*/ 309021 w 539521"/>
              <a:gd name="csY6" fmla="*/ 112 h 144491"/>
              <a:gd name="csX7" fmla="*/ 336884 w 539521"/>
              <a:gd name="csY7" fmla="*/ 53304 h 144491"/>
              <a:gd name="csX8" fmla="*/ 339417 w 539521"/>
              <a:gd name="csY8" fmla="*/ 91299 h 144491"/>
              <a:gd name="csX9" fmla="*/ 364746 w 539521"/>
              <a:gd name="csY9" fmla="*/ 131826 h 144491"/>
              <a:gd name="csX10" fmla="*/ 374878 w 539521"/>
              <a:gd name="csY10" fmla="*/ 139425 h 144491"/>
              <a:gd name="csX11" fmla="*/ 412873 w 539521"/>
              <a:gd name="csY11" fmla="*/ 141958 h 144491"/>
              <a:gd name="csX12" fmla="*/ 458466 w 539521"/>
              <a:gd name="csY12" fmla="*/ 126760 h 144491"/>
              <a:gd name="csX13" fmla="*/ 471131 w 539521"/>
              <a:gd name="csY13" fmla="*/ 124227 h 144491"/>
              <a:gd name="csX14" fmla="*/ 481263 w 539521"/>
              <a:gd name="csY14" fmla="*/ 134359 h 144491"/>
              <a:gd name="csX15" fmla="*/ 519257 w 539521"/>
              <a:gd name="csY15" fmla="*/ 139425 h 144491"/>
              <a:gd name="csX16" fmla="*/ 539521 w 539521"/>
              <a:gd name="csY16" fmla="*/ 144491 h 144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39521" h="144491">
                <a:moveTo>
                  <a:pt x="0" y="136892"/>
                </a:moveTo>
                <a:cubicBezTo>
                  <a:pt x="41526" y="87056"/>
                  <a:pt x="39502" y="86784"/>
                  <a:pt x="139313" y="33040"/>
                </a:cubicBezTo>
                <a:cubicBezTo>
                  <a:pt x="160769" y="21487"/>
                  <a:pt x="186595" y="21220"/>
                  <a:pt x="210236" y="15310"/>
                </a:cubicBezTo>
                <a:cubicBezTo>
                  <a:pt x="216990" y="16154"/>
                  <a:pt x="225867" y="12855"/>
                  <a:pt x="230499" y="17843"/>
                </a:cubicBezTo>
                <a:cubicBezTo>
                  <a:pt x="236023" y="23792"/>
                  <a:pt x="244819" y="56564"/>
                  <a:pt x="248230" y="68502"/>
                </a:cubicBezTo>
                <a:cubicBezTo>
                  <a:pt x="256673" y="60903"/>
                  <a:pt x="266013" y="54195"/>
                  <a:pt x="273560" y="45705"/>
                </a:cubicBezTo>
                <a:cubicBezTo>
                  <a:pt x="286351" y="31315"/>
                  <a:pt x="289905" y="-2182"/>
                  <a:pt x="309021" y="112"/>
                </a:cubicBezTo>
                <a:cubicBezTo>
                  <a:pt x="328894" y="2497"/>
                  <a:pt x="327596" y="35573"/>
                  <a:pt x="336884" y="53304"/>
                </a:cubicBezTo>
                <a:cubicBezTo>
                  <a:pt x="337728" y="65969"/>
                  <a:pt x="336928" y="78852"/>
                  <a:pt x="339417" y="91299"/>
                </a:cubicBezTo>
                <a:cubicBezTo>
                  <a:pt x="343069" y="109560"/>
                  <a:pt x="350320" y="121007"/>
                  <a:pt x="364746" y="131826"/>
                </a:cubicBezTo>
                <a:cubicBezTo>
                  <a:pt x="368123" y="134359"/>
                  <a:pt x="370747" y="138555"/>
                  <a:pt x="374878" y="139425"/>
                </a:cubicBezTo>
                <a:cubicBezTo>
                  <a:pt x="387299" y="142040"/>
                  <a:pt x="400208" y="141114"/>
                  <a:pt x="412873" y="141958"/>
                </a:cubicBezTo>
                <a:cubicBezTo>
                  <a:pt x="428071" y="136892"/>
                  <a:pt x="443140" y="131424"/>
                  <a:pt x="458466" y="126760"/>
                </a:cubicBezTo>
                <a:cubicBezTo>
                  <a:pt x="462585" y="125506"/>
                  <a:pt x="467047" y="122866"/>
                  <a:pt x="471131" y="124227"/>
                </a:cubicBezTo>
                <a:cubicBezTo>
                  <a:pt x="475662" y="125737"/>
                  <a:pt x="476708" y="132921"/>
                  <a:pt x="481263" y="134359"/>
                </a:cubicBezTo>
                <a:cubicBezTo>
                  <a:pt x="493447" y="138207"/>
                  <a:pt x="506669" y="137236"/>
                  <a:pt x="519257" y="139425"/>
                </a:cubicBezTo>
                <a:cubicBezTo>
                  <a:pt x="526117" y="140618"/>
                  <a:pt x="539521" y="144491"/>
                  <a:pt x="539521" y="14449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十字形 546">
            <a:extLst>
              <a:ext uri="{FF2B5EF4-FFF2-40B4-BE49-F238E27FC236}">
                <a16:creationId xmlns:a16="http://schemas.microsoft.com/office/drawing/2014/main" id="{20839B65-8F64-3A33-98C4-561249F1014E}"/>
              </a:ext>
            </a:extLst>
          </p:cNvPr>
          <p:cNvSpPr/>
          <p:nvPr/>
        </p:nvSpPr>
        <p:spPr>
          <a:xfrm rot="2739615">
            <a:off x="7587854" y="3667706"/>
            <a:ext cx="84761" cy="86600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任意多边形: 形状 548">
            <a:extLst>
              <a:ext uri="{FF2B5EF4-FFF2-40B4-BE49-F238E27FC236}">
                <a16:creationId xmlns:a16="http://schemas.microsoft.com/office/drawing/2014/main" id="{8CEEA883-5957-EF57-4663-1C0D8D98E302}"/>
              </a:ext>
            </a:extLst>
          </p:cNvPr>
          <p:cNvSpPr/>
          <p:nvPr/>
        </p:nvSpPr>
        <p:spPr>
          <a:xfrm>
            <a:off x="7937707" y="3021667"/>
            <a:ext cx="1754509" cy="294872"/>
          </a:xfrm>
          <a:custGeom>
            <a:avLst/>
            <a:gdLst>
              <a:gd name="csX0" fmla="*/ 0 w 1754509"/>
              <a:gd name="csY0" fmla="*/ 148925 h 294872"/>
              <a:gd name="csX1" fmla="*/ 80419 w 1754509"/>
              <a:gd name="csY1" fmla="*/ 53613 h 294872"/>
              <a:gd name="csX2" fmla="*/ 98290 w 1754509"/>
              <a:gd name="csY2" fmla="*/ 74463 h 294872"/>
              <a:gd name="csX3" fmla="*/ 107226 w 1754509"/>
              <a:gd name="csY3" fmla="*/ 77441 h 294872"/>
              <a:gd name="csX4" fmla="*/ 175731 w 1754509"/>
              <a:gd name="csY4" fmla="*/ 65527 h 294872"/>
              <a:gd name="csX5" fmla="*/ 187645 w 1754509"/>
              <a:gd name="csY5" fmla="*/ 62549 h 294872"/>
              <a:gd name="csX6" fmla="*/ 202538 w 1754509"/>
              <a:gd name="csY6" fmla="*/ 89355 h 294872"/>
              <a:gd name="csX7" fmla="*/ 217430 w 1754509"/>
              <a:gd name="csY7" fmla="*/ 122119 h 294872"/>
              <a:gd name="csX8" fmla="*/ 226366 w 1754509"/>
              <a:gd name="csY8" fmla="*/ 151904 h 294872"/>
              <a:gd name="csX9" fmla="*/ 265086 w 1754509"/>
              <a:gd name="csY9" fmla="*/ 169775 h 294872"/>
              <a:gd name="csX10" fmla="*/ 303807 w 1754509"/>
              <a:gd name="csY10" fmla="*/ 160839 h 294872"/>
              <a:gd name="csX11" fmla="*/ 315721 w 1754509"/>
              <a:gd name="csY11" fmla="*/ 151904 h 294872"/>
              <a:gd name="csX12" fmla="*/ 348485 w 1754509"/>
              <a:gd name="csY12" fmla="*/ 119140 h 294872"/>
              <a:gd name="csX13" fmla="*/ 416990 w 1754509"/>
              <a:gd name="csY13" fmla="*/ 2979 h 294872"/>
              <a:gd name="csX14" fmla="*/ 425926 w 1754509"/>
              <a:gd name="csY14" fmla="*/ 0 h 294872"/>
              <a:gd name="csX15" fmla="*/ 443797 w 1754509"/>
              <a:gd name="csY15" fmla="*/ 62549 h 294872"/>
              <a:gd name="csX16" fmla="*/ 452732 w 1754509"/>
              <a:gd name="csY16" fmla="*/ 89355 h 294872"/>
              <a:gd name="csX17" fmla="*/ 586765 w 1754509"/>
              <a:gd name="csY17" fmla="*/ 80420 h 294872"/>
              <a:gd name="csX18" fmla="*/ 589743 w 1754509"/>
              <a:gd name="csY18" fmla="*/ 148925 h 294872"/>
              <a:gd name="csX19" fmla="*/ 592722 w 1754509"/>
              <a:gd name="csY19" fmla="*/ 163818 h 294872"/>
              <a:gd name="csX20" fmla="*/ 640378 w 1754509"/>
              <a:gd name="csY20" fmla="*/ 166796 h 294872"/>
              <a:gd name="csX21" fmla="*/ 661227 w 1754509"/>
              <a:gd name="csY21" fmla="*/ 172753 h 294872"/>
              <a:gd name="csX22" fmla="*/ 667184 w 1754509"/>
              <a:gd name="csY22" fmla="*/ 181689 h 294872"/>
              <a:gd name="csX23" fmla="*/ 833980 w 1754509"/>
              <a:gd name="csY23" fmla="*/ 172753 h 294872"/>
              <a:gd name="csX24" fmla="*/ 860787 w 1754509"/>
              <a:gd name="csY24" fmla="*/ 190624 h 294872"/>
              <a:gd name="csX25" fmla="*/ 863765 w 1754509"/>
              <a:gd name="csY25" fmla="*/ 214452 h 294872"/>
              <a:gd name="csX26" fmla="*/ 872701 w 1754509"/>
              <a:gd name="csY26" fmla="*/ 229345 h 294872"/>
              <a:gd name="csX27" fmla="*/ 896529 w 1754509"/>
              <a:gd name="csY27" fmla="*/ 294872 h 294872"/>
              <a:gd name="csX28" fmla="*/ 973970 w 1754509"/>
              <a:gd name="csY28" fmla="*/ 282958 h 294872"/>
              <a:gd name="csX29" fmla="*/ 1042475 w 1754509"/>
              <a:gd name="csY29" fmla="*/ 256151 h 294872"/>
              <a:gd name="csX30" fmla="*/ 1140766 w 1754509"/>
              <a:gd name="csY30" fmla="*/ 95312 h 294872"/>
              <a:gd name="csX31" fmla="*/ 1188422 w 1754509"/>
              <a:gd name="csY31" fmla="*/ 62549 h 294872"/>
              <a:gd name="csX32" fmla="*/ 1277777 w 1754509"/>
              <a:gd name="csY32" fmla="*/ 134033 h 294872"/>
              <a:gd name="csX33" fmla="*/ 1304584 w 1754509"/>
              <a:gd name="csY33" fmla="*/ 137011 h 294872"/>
              <a:gd name="csX34" fmla="*/ 1313519 w 1754509"/>
              <a:gd name="csY34" fmla="*/ 134033 h 294872"/>
              <a:gd name="csX35" fmla="*/ 1402874 w 1754509"/>
              <a:gd name="csY35" fmla="*/ 122119 h 294872"/>
              <a:gd name="csX36" fmla="*/ 1474358 w 1754509"/>
              <a:gd name="csY36" fmla="*/ 86377 h 294872"/>
              <a:gd name="csX37" fmla="*/ 1507122 w 1754509"/>
              <a:gd name="csY37" fmla="*/ 74463 h 294872"/>
              <a:gd name="csX38" fmla="*/ 1504143 w 1754509"/>
              <a:gd name="csY38" fmla="*/ 113183 h 294872"/>
              <a:gd name="csX39" fmla="*/ 1507122 w 1754509"/>
              <a:gd name="csY39" fmla="*/ 137011 h 294872"/>
              <a:gd name="csX40" fmla="*/ 1539885 w 1754509"/>
              <a:gd name="csY40" fmla="*/ 134033 h 294872"/>
              <a:gd name="csX41" fmla="*/ 1548821 w 1754509"/>
              <a:gd name="csY41" fmla="*/ 131054 h 294872"/>
              <a:gd name="csX42" fmla="*/ 1629240 w 1754509"/>
              <a:gd name="csY42" fmla="*/ 160839 h 294872"/>
              <a:gd name="csX43" fmla="*/ 1700724 w 1754509"/>
              <a:gd name="csY43" fmla="*/ 169775 h 294872"/>
              <a:gd name="csX44" fmla="*/ 1730509 w 1754509"/>
              <a:gd name="csY44" fmla="*/ 181689 h 294872"/>
              <a:gd name="csX45" fmla="*/ 1754337 w 1754509"/>
              <a:gd name="csY45" fmla="*/ 226366 h 294872"/>
              <a:gd name="csX46" fmla="*/ 1754337 w 1754509"/>
              <a:gd name="csY46" fmla="*/ 232323 h 294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1754509" h="294872">
                <a:moveTo>
                  <a:pt x="0" y="148925"/>
                </a:moveTo>
                <a:cubicBezTo>
                  <a:pt x="21815" y="112566"/>
                  <a:pt x="39615" y="80816"/>
                  <a:pt x="80419" y="53613"/>
                </a:cubicBezTo>
                <a:cubicBezTo>
                  <a:pt x="88035" y="48535"/>
                  <a:pt x="91448" y="68382"/>
                  <a:pt x="98290" y="74463"/>
                </a:cubicBezTo>
                <a:cubicBezTo>
                  <a:pt x="100637" y="76549"/>
                  <a:pt x="104247" y="76448"/>
                  <a:pt x="107226" y="77441"/>
                </a:cubicBezTo>
                <a:lnTo>
                  <a:pt x="175731" y="65527"/>
                </a:lnTo>
                <a:cubicBezTo>
                  <a:pt x="179756" y="64782"/>
                  <a:pt x="184585" y="59829"/>
                  <a:pt x="187645" y="62549"/>
                </a:cubicBezTo>
                <a:cubicBezTo>
                  <a:pt x="195285" y="69340"/>
                  <a:pt x="197967" y="80212"/>
                  <a:pt x="202538" y="89355"/>
                </a:cubicBezTo>
                <a:cubicBezTo>
                  <a:pt x="207903" y="100085"/>
                  <a:pt x="213159" y="110908"/>
                  <a:pt x="217430" y="122119"/>
                </a:cubicBezTo>
                <a:cubicBezTo>
                  <a:pt x="221120" y="131805"/>
                  <a:pt x="222022" y="142493"/>
                  <a:pt x="226366" y="151904"/>
                </a:cubicBezTo>
                <a:cubicBezTo>
                  <a:pt x="232465" y="165119"/>
                  <a:pt x="256283" y="167134"/>
                  <a:pt x="265086" y="169775"/>
                </a:cubicBezTo>
                <a:cubicBezTo>
                  <a:pt x="277993" y="166796"/>
                  <a:pt x="291316" y="165248"/>
                  <a:pt x="303807" y="160839"/>
                </a:cubicBezTo>
                <a:cubicBezTo>
                  <a:pt x="308488" y="159187"/>
                  <a:pt x="312092" y="155291"/>
                  <a:pt x="315721" y="151904"/>
                </a:cubicBezTo>
                <a:cubicBezTo>
                  <a:pt x="327012" y="141366"/>
                  <a:pt x="339844" y="131942"/>
                  <a:pt x="348485" y="119140"/>
                </a:cubicBezTo>
                <a:cubicBezTo>
                  <a:pt x="355624" y="108564"/>
                  <a:pt x="394374" y="27857"/>
                  <a:pt x="416990" y="2979"/>
                </a:cubicBezTo>
                <a:cubicBezTo>
                  <a:pt x="419102" y="656"/>
                  <a:pt x="422947" y="993"/>
                  <a:pt x="425926" y="0"/>
                </a:cubicBezTo>
                <a:cubicBezTo>
                  <a:pt x="431883" y="20850"/>
                  <a:pt x="437566" y="41779"/>
                  <a:pt x="443797" y="62549"/>
                </a:cubicBezTo>
                <a:cubicBezTo>
                  <a:pt x="446503" y="71570"/>
                  <a:pt x="443386" y="88187"/>
                  <a:pt x="452732" y="89355"/>
                </a:cubicBezTo>
                <a:cubicBezTo>
                  <a:pt x="497163" y="94909"/>
                  <a:pt x="542087" y="83398"/>
                  <a:pt x="586765" y="80420"/>
                </a:cubicBezTo>
                <a:cubicBezTo>
                  <a:pt x="587758" y="103255"/>
                  <a:pt x="588115" y="126127"/>
                  <a:pt x="589743" y="148925"/>
                </a:cubicBezTo>
                <a:cubicBezTo>
                  <a:pt x="590104" y="153975"/>
                  <a:pt x="587948" y="162133"/>
                  <a:pt x="592722" y="163818"/>
                </a:cubicBezTo>
                <a:cubicBezTo>
                  <a:pt x="607731" y="169115"/>
                  <a:pt x="624493" y="165803"/>
                  <a:pt x="640378" y="166796"/>
                </a:cubicBezTo>
                <a:cubicBezTo>
                  <a:pt x="647328" y="168782"/>
                  <a:pt x="654909" y="169243"/>
                  <a:pt x="661227" y="172753"/>
                </a:cubicBezTo>
                <a:cubicBezTo>
                  <a:pt x="664356" y="174492"/>
                  <a:pt x="663604" y="181689"/>
                  <a:pt x="667184" y="181689"/>
                </a:cubicBezTo>
                <a:cubicBezTo>
                  <a:pt x="722862" y="181689"/>
                  <a:pt x="778381" y="175732"/>
                  <a:pt x="833980" y="172753"/>
                </a:cubicBezTo>
                <a:cubicBezTo>
                  <a:pt x="842916" y="178710"/>
                  <a:pt x="854545" y="181885"/>
                  <a:pt x="860787" y="190624"/>
                </a:cubicBezTo>
                <a:cubicBezTo>
                  <a:pt x="865439" y="197137"/>
                  <a:pt x="861411" y="206801"/>
                  <a:pt x="863765" y="214452"/>
                </a:cubicBezTo>
                <a:cubicBezTo>
                  <a:pt x="865468" y="219985"/>
                  <a:pt x="870393" y="224036"/>
                  <a:pt x="872701" y="229345"/>
                </a:cubicBezTo>
                <a:cubicBezTo>
                  <a:pt x="891466" y="272505"/>
                  <a:pt x="889660" y="267402"/>
                  <a:pt x="896529" y="294872"/>
                </a:cubicBezTo>
                <a:cubicBezTo>
                  <a:pt x="922343" y="290901"/>
                  <a:pt x="948600" y="289160"/>
                  <a:pt x="973970" y="282958"/>
                </a:cubicBezTo>
                <a:cubicBezTo>
                  <a:pt x="1005250" y="275312"/>
                  <a:pt x="1019091" y="267843"/>
                  <a:pt x="1042475" y="256151"/>
                </a:cubicBezTo>
                <a:cubicBezTo>
                  <a:pt x="1058752" y="227354"/>
                  <a:pt x="1123484" y="109714"/>
                  <a:pt x="1140766" y="95312"/>
                </a:cubicBezTo>
                <a:cubicBezTo>
                  <a:pt x="1179653" y="62906"/>
                  <a:pt x="1161462" y="69288"/>
                  <a:pt x="1188422" y="62549"/>
                </a:cubicBezTo>
                <a:cubicBezTo>
                  <a:pt x="1206012" y="77626"/>
                  <a:pt x="1257978" y="123738"/>
                  <a:pt x="1277777" y="134033"/>
                </a:cubicBezTo>
                <a:cubicBezTo>
                  <a:pt x="1285754" y="138181"/>
                  <a:pt x="1295648" y="136018"/>
                  <a:pt x="1304584" y="137011"/>
                </a:cubicBezTo>
                <a:cubicBezTo>
                  <a:pt x="1307562" y="136018"/>
                  <a:pt x="1310415" y="134503"/>
                  <a:pt x="1313519" y="134033"/>
                </a:cubicBezTo>
                <a:cubicBezTo>
                  <a:pt x="1343229" y="129532"/>
                  <a:pt x="1374063" y="130655"/>
                  <a:pt x="1402874" y="122119"/>
                </a:cubicBezTo>
                <a:cubicBezTo>
                  <a:pt x="1428417" y="114551"/>
                  <a:pt x="1450129" y="97453"/>
                  <a:pt x="1474358" y="86377"/>
                </a:cubicBezTo>
                <a:cubicBezTo>
                  <a:pt x="1484927" y="81545"/>
                  <a:pt x="1496201" y="78434"/>
                  <a:pt x="1507122" y="74463"/>
                </a:cubicBezTo>
                <a:cubicBezTo>
                  <a:pt x="1506129" y="87370"/>
                  <a:pt x="1504143" y="100238"/>
                  <a:pt x="1504143" y="113183"/>
                </a:cubicBezTo>
                <a:cubicBezTo>
                  <a:pt x="1504143" y="121187"/>
                  <a:pt x="1500208" y="132978"/>
                  <a:pt x="1507122" y="137011"/>
                </a:cubicBezTo>
                <a:cubicBezTo>
                  <a:pt x="1516594" y="142537"/>
                  <a:pt x="1528964" y="135026"/>
                  <a:pt x="1539885" y="134033"/>
                </a:cubicBezTo>
                <a:cubicBezTo>
                  <a:pt x="1542864" y="133040"/>
                  <a:pt x="1545703" y="130687"/>
                  <a:pt x="1548821" y="131054"/>
                </a:cubicBezTo>
                <a:cubicBezTo>
                  <a:pt x="1656675" y="143743"/>
                  <a:pt x="1524565" y="132548"/>
                  <a:pt x="1629240" y="160839"/>
                </a:cubicBezTo>
                <a:cubicBezTo>
                  <a:pt x="1652422" y="167104"/>
                  <a:pt x="1676896" y="166796"/>
                  <a:pt x="1700724" y="169775"/>
                </a:cubicBezTo>
                <a:cubicBezTo>
                  <a:pt x="1710652" y="173746"/>
                  <a:pt x="1721697" y="175631"/>
                  <a:pt x="1730509" y="181689"/>
                </a:cubicBezTo>
                <a:cubicBezTo>
                  <a:pt x="1749011" y="194409"/>
                  <a:pt x="1750362" y="206489"/>
                  <a:pt x="1754337" y="226366"/>
                </a:cubicBezTo>
                <a:cubicBezTo>
                  <a:pt x="1754726" y="228313"/>
                  <a:pt x="1754337" y="230337"/>
                  <a:pt x="1754337" y="23232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1" name="任意多边形: 形状 550">
            <a:extLst>
              <a:ext uri="{FF2B5EF4-FFF2-40B4-BE49-F238E27FC236}">
                <a16:creationId xmlns:a16="http://schemas.microsoft.com/office/drawing/2014/main" id="{A0261DEA-752D-0925-1E7A-18F8F6E7ECF0}"/>
              </a:ext>
            </a:extLst>
          </p:cNvPr>
          <p:cNvSpPr/>
          <p:nvPr/>
        </p:nvSpPr>
        <p:spPr>
          <a:xfrm>
            <a:off x="8843171" y="3325474"/>
            <a:ext cx="813131" cy="358704"/>
          </a:xfrm>
          <a:custGeom>
            <a:avLst/>
            <a:gdLst>
              <a:gd name="csX0" fmla="*/ 0 w 813131"/>
              <a:gd name="csY0" fmla="*/ 0 h 358704"/>
              <a:gd name="csX1" fmla="*/ 68506 w 813131"/>
              <a:gd name="csY1" fmla="*/ 148925 h 358704"/>
              <a:gd name="csX2" fmla="*/ 119140 w 813131"/>
              <a:gd name="csY2" fmla="*/ 190624 h 358704"/>
              <a:gd name="csX3" fmla="*/ 348485 w 813131"/>
              <a:gd name="csY3" fmla="*/ 160839 h 358704"/>
              <a:gd name="csX4" fmla="*/ 363378 w 813131"/>
              <a:gd name="csY4" fmla="*/ 157861 h 358704"/>
              <a:gd name="csX5" fmla="*/ 372313 w 813131"/>
              <a:gd name="csY5" fmla="*/ 163818 h 358704"/>
              <a:gd name="csX6" fmla="*/ 402098 w 813131"/>
              <a:gd name="csY6" fmla="*/ 175732 h 358704"/>
              <a:gd name="csX7" fmla="*/ 610593 w 813131"/>
              <a:gd name="csY7" fmla="*/ 137011 h 358704"/>
              <a:gd name="csX8" fmla="*/ 664206 w 813131"/>
              <a:gd name="csY8" fmla="*/ 113183 h 358704"/>
              <a:gd name="csX9" fmla="*/ 676120 w 813131"/>
              <a:gd name="csY9" fmla="*/ 107226 h 358704"/>
              <a:gd name="csX10" fmla="*/ 688034 w 813131"/>
              <a:gd name="csY10" fmla="*/ 98291 h 358704"/>
              <a:gd name="csX11" fmla="*/ 691013 w 813131"/>
              <a:gd name="csY11" fmla="*/ 139990 h 358704"/>
              <a:gd name="csX12" fmla="*/ 699948 w 813131"/>
              <a:gd name="csY12" fmla="*/ 163818 h 358704"/>
              <a:gd name="csX13" fmla="*/ 702927 w 813131"/>
              <a:gd name="csY13" fmla="*/ 172753 h 358704"/>
              <a:gd name="csX14" fmla="*/ 735690 w 813131"/>
              <a:gd name="csY14" fmla="*/ 226366 h 358704"/>
              <a:gd name="csX15" fmla="*/ 735690 w 813131"/>
              <a:gd name="csY15" fmla="*/ 318700 h 358704"/>
              <a:gd name="csX16" fmla="*/ 729733 w 813131"/>
              <a:gd name="csY16" fmla="*/ 357421 h 358704"/>
              <a:gd name="csX17" fmla="*/ 741647 w 813131"/>
              <a:gd name="csY17" fmla="*/ 351463 h 358704"/>
              <a:gd name="csX18" fmla="*/ 768454 w 813131"/>
              <a:gd name="csY18" fmla="*/ 333592 h 358704"/>
              <a:gd name="csX19" fmla="*/ 792282 w 813131"/>
              <a:gd name="csY19" fmla="*/ 312743 h 358704"/>
              <a:gd name="csX20" fmla="*/ 813131 w 813131"/>
              <a:gd name="csY20" fmla="*/ 300829 h 35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813131" h="358704">
                <a:moveTo>
                  <a:pt x="0" y="0"/>
                </a:moveTo>
                <a:cubicBezTo>
                  <a:pt x="10051" y="60295"/>
                  <a:pt x="8033" y="58990"/>
                  <a:pt x="68506" y="148925"/>
                </a:cubicBezTo>
                <a:cubicBezTo>
                  <a:pt x="80706" y="167069"/>
                  <a:pt x="102262" y="176724"/>
                  <a:pt x="119140" y="190624"/>
                </a:cubicBezTo>
                <a:lnTo>
                  <a:pt x="348485" y="160839"/>
                </a:lnTo>
                <a:cubicBezTo>
                  <a:pt x="353503" y="160166"/>
                  <a:pt x="358354" y="157233"/>
                  <a:pt x="363378" y="157861"/>
                </a:cubicBezTo>
                <a:cubicBezTo>
                  <a:pt x="366930" y="158305"/>
                  <a:pt x="369063" y="162318"/>
                  <a:pt x="372313" y="163818"/>
                </a:cubicBezTo>
                <a:cubicBezTo>
                  <a:pt x="382022" y="168299"/>
                  <a:pt x="392170" y="171761"/>
                  <a:pt x="402098" y="175732"/>
                </a:cubicBezTo>
                <a:cubicBezTo>
                  <a:pt x="507094" y="163232"/>
                  <a:pt x="520422" y="168375"/>
                  <a:pt x="610593" y="137011"/>
                </a:cubicBezTo>
                <a:cubicBezTo>
                  <a:pt x="629064" y="130586"/>
                  <a:pt x="646402" y="121276"/>
                  <a:pt x="664206" y="113183"/>
                </a:cubicBezTo>
                <a:cubicBezTo>
                  <a:pt x="668248" y="111346"/>
                  <a:pt x="672355" y="109579"/>
                  <a:pt x="676120" y="107226"/>
                </a:cubicBezTo>
                <a:cubicBezTo>
                  <a:pt x="680330" y="104595"/>
                  <a:pt x="684063" y="101269"/>
                  <a:pt x="688034" y="98291"/>
                </a:cubicBezTo>
                <a:cubicBezTo>
                  <a:pt x="689027" y="112191"/>
                  <a:pt x="688520" y="126280"/>
                  <a:pt x="691013" y="139990"/>
                </a:cubicBezTo>
                <a:cubicBezTo>
                  <a:pt x="692530" y="148336"/>
                  <a:pt x="697049" y="155846"/>
                  <a:pt x="699948" y="163818"/>
                </a:cubicBezTo>
                <a:cubicBezTo>
                  <a:pt x="701021" y="166768"/>
                  <a:pt x="701523" y="169945"/>
                  <a:pt x="702927" y="172753"/>
                </a:cubicBezTo>
                <a:cubicBezTo>
                  <a:pt x="710570" y="188038"/>
                  <a:pt x="727837" y="214025"/>
                  <a:pt x="735690" y="226366"/>
                </a:cubicBezTo>
                <a:cubicBezTo>
                  <a:pt x="742236" y="265637"/>
                  <a:pt x="741038" y="250965"/>
                  <a:pt x="735690" y="318700"/>
                </a:cubicBezTo>
                <a:cubicBezTo>
                  <a:pt x="734662" y="331718"/>
                  <a:pt x="727397" y="344573"/>
                  <a:pt x="729733" y="357421"/>
                </a:cubicBezTo>
                <a:cubicBezTo>
                  <a:pt x="730527" y="361790"/>
                  <a:pt x="737865" y="353790"/>
                  <a:pt x="741647" y="351463"/>
                </a:cubicBezTo>
                <a:cubicBezTo>
                  <a:pt x="750793" y="345834"/>
                  <a:pt x="759923" y="340115"/>
                  <a:pt x="768454" y="333592"/>
                </a:cubicBezTo>
                <a:cubicBezTo>
                  <a:pt x="776838" y="327181"/>
                  <a:pt x="783694" y="318877"/>
                  <a:pt x="792282" y="312743"/>
                </a:cubicBezTo>
                <a:cubicBezTo>
                  <a:pt x="825752" y="288836"/>
                  <a:pt x="802420" y="311540"/>
                  <a:pt x="813131" y="30082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3" name="十字形 552">
            <a:extLst>
              <a:ext uri="{FF2B5EF4-FFF2-40B4-BE49-F238E27FC236}">
                <a16:creationId xmlns:a16="http://schemas.microsoft.com/office/drawing/2014/main" id="{61468D6A-19B7-7434-4E38-DF51A62D9FB6}"/>
              </a:ext>
            </a:extLst>
          </p:cNvPr>
          <p:cNvSpPr/>
          <p:nvPr/>
        </p:nvSpPr>
        <p:spPr>
          <a:xfrm rot="2739615">
            <a:off x="8602119" y="3622914"/>
            <a:ext cx="84761" cy="86600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5" name="任意多边形: 形状 554">
            <a:extLst>
              <a:ext uri="{FF2B5EF4-FFF2-40B4-BE49-F238E27FC236}">
                <a16:creationId xmlns:a16="http://schemas.microsoft.com/office/drawing/2014/main" id="{2D31FD12-AC12-C1E9-217A-70BEEAF1BA69}"/>
              </a:ext>
            </a:extLst>
          </p:cNvPr>
          <p:cNvSpPr/>
          <p:nvPr/>
        </p:nvSpPr>
        <p:spPr>
          <a:xfrm>
            <a:off x="7756018" y="3239098"/>
            <a:ext cx="881637" cy="436212"/>
          </a:xfrm>
          <a:custGeom>
            <a:avLst/>
            <a:gdLst>
              <a:gd name="csX0" fmla="*/ 0 w 881637"/>
              <a:gd name="csY0" fmla="*/ 279979 h 436212"/>
              <a:gd name="csX1" fmla="*/ 5957 w 881637"/>
              <a:gd name="csY1" fmla="*/ 265086 h 436212"/>
              <a:gd name="csX2" fmla="*/ 119140 w 881637"/>
              <a:gd name="csY2" fmla="*/ 229344 h 436212"/>
              <a:gd name="csX3" fmla="*/ 184667 w 881637"/>
              <a:gd name="csY3" fmla="*/ 145946 h 436212"/>
              <a:gd name="csX4" fmla="*/ 229345 w 881637"/>
              <a:gd name="csY4" fmla="*/ 0 h 436212"/>
              <a:gd name="csX5" fmla="*/ 232323 w 881637"/>
              <a:gd name="csY5" fmla="*/ 59570 h 436212"/>
              <a:gd name="csX6" fmla="*/ 235302 w 881637"/>
              <a:gd name="csY6" fmla="*/ 154882 h 436212"/>
              <a:gd name="csX7" fmla="*/ 300829 w 881637"/>
              <a:gd name="csY7" fmla="*/ 178710 h 436212"/>
              <a:gd name="csX8" fmla="*/ 327635 w 881637"/>
              <a:gd name="csY8" fmla="*/ 196581 h 436212"/>
              <a:gd name="csX9" fmla="*/ 318700 w 881637"/>
              <a:gd name="csY9" fmla="*/ 250194 h 436212"/>
              <a:gd name="csX10" fmla="*/ 330614 w 881637"/>
              <a:gd name="csY10" fmla="*/ 279979 h 436212"/>
              <a:gd name="csX11" fmla="*/ 336571 w 881637"/>
              <a:gd name="csY11" fmla="*/ 318699 h 436212"/>
              <a:gd name="csX12" fmla="*/ 428904 w 881637"/>
              <a:gd name="csY12" fmla="*/ 315721 h 436212"/>
              <a:gd name="csX13" fmla="*/ 595701 w 881637"/>
              <a:gd name="csY13" fmla="*/ 193602 h 436212"/>
              <a:gd name="csX14" fmla="*/ 601658 w 881637"/>
              <a:gd name="csY14" fmla="*/ 184667 h 436212"/>
              <a:gd name="csX15" fmla="*/ 664206 w 881637"/>
              <a:gd name="csY15" fmla="*/ 294871 h 436212"/>
              <a:gd name="csX16" fmla="*/ 667185 w 881637"/>
              <a:gd name="csY16" fmla="*/ 375291 h 436212"/>
              <a:gd name="csX17" fmla="*/ 670163 w 881637"/>
              <a:gd name="csY17" fmla="*/ 419968 h 436212"/>
              <a:gd name="csX18" fmla="*/ 723776 w 881637"/>
              <a:gd name="csY18" fmla="*/ 422947 h 436212"/>
              <a:gd name="csX19" fmla="*/ 735690 w 881637"/>
              <a:gd name="csY19" fmla="*/ 434861 h 436212"/>
              <a:gd name="csX20" fmla="*/ 783346 w 881637"/>
              <a:gd name="csY20" fmla="*/ 422947 h 436212"/>
              <a:gd name="csX21" fmla="*/ 792282 w 881637"/>
              <a:gd name="csY21" fmla="*/ 419968 h 436212"/>
              <a:gd name="csX22" fmla="*/ 825045 w 881637"/>
              <a:gd name="csY22" fmla="*/ 396140 h 436212"/>
              <a:gd name="csX23" fmla="*/ 872701 w 881637"/>
              <a:gd name="csY23" fmla="*/ 408054 h 436212"/>
              <a:gd name="csX24" fmla="*/ 881637 w 881637"/>
              <a:gd name="csY24" fmla="*/ 408054 h 436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881637" h="436212">
                <a:moveTo>
                  <a:pt x="0" y="279979"/>
                </a:moveTo>
                <a:cubicBezTo>
                  <a:pt x="1986" y="275015"/>
                  <a:pt x="1508" y="268052"/>
                  <a:pt x="5957" y="265086"/>
                </a:cubicBezTo>
                <a:cubicBezTo>
                  <a:pt x="63715" y="226581"/>
                  <a:pt x="61453" y="232950"/>
                  <a:pt x="119140" y="229344"/>
                </a:cubicBezTo>
                <a:cubicBezTo>
                  <a:pt x="155485" y="190980"/>
                  <a:pt x="171229" y="186968"/>
                  <a:pt x="184667" y="145946"/>
                </a:cubicBezTo>
                <a:cubicBezTo>
                  <a:pt x="200506" y="97597"/>
                  <a:pt x="229345" y="0"/>
                  <a:pt x="229345" y="0"/>
                </a:cubicBezTo>
                <a:cubicBezTo>
                  <a:pt x="230338" y="19857"/>
                  <a:pt x="231559" y="39703"/>
                  <a:pt x="232323" y="59570"/>
                </a:cubicBezTo>
                <a:cubicBezTo>
                  <a:pt x="233545" y="91333"/>
                  <a:pt x="219457" y="127326"/>
                  <a:pt x="235302" y="154882"/>
                </a:cubicBezTo>
                <a:cubicBezTo>
                  <a:pt x="246887" y="175030"/>
                  <a:pt x="281491" y="165818"/>
                  <a:pt x="300829" y="178710"/>
                </a:cubicBezTo>
                <a:lnTo>
                  <a:pt x="327635" y="196581"/>
                </a:lnTo>
                <a:cubicBezTo>
                  <a:pt x="346548" y="272232"/>
                  <a:pt x="323338" y="157424"/>
                  <a:pt x="318700" y="250194"/>
                </a:cubicBezTo>
                <a:cubicBezTo>
                  <a:pt x="318166" y="260874"/>
                  <a:pt x="326643" y="270051"/>
                  <a:pt x="330614" y="279979"/>
                </a:cubicBezTo>
                <a:cubicBezTo>
                  <a:pt x="332600" y="292886"/>
                  <a:pt x="334302" y="305839"/>
                  <a:pt x="336571" y="318699"/>
                </a:cubicBezTo>
                <a:cubicBezTo>
                  <a:pt x="343929" y="360398"/>
                  <a:pt x="357214" y="327669"/>
                  <a:pt x="428904" y="315721"/>
                </a:cubicBezTo>
                <a:cubicBezTo>
                  <a:pt x="552169" y="239415"/>
                  <a:pt x="528496" y="269208"/>
                  <a:pt x="595701" y="193602"/>
                </a:cubicBezTo>
                <a:cubicBezTo>
                  <a:pt x="598079" y="190927"/>
                  <a:pt x="599672" y="187645"/>
                  <a:pt x="601658" y="184667"/>
                </a:cubicBezTo>
                <a:cubicBezTo>
                  <a:pt x="641121" y="224130"/>
                  <a:pt x="648388" y="223692"/>
                  <a:pt x="664206" y="294871"/>
                </a:cubicBezTo>
                <a:cubicBezTo>
                  <a:pt x="670025" y="321057"/>
                  <a:pt x="665909" y="348496"/>
                  <a:pt x="667185" y="375291"/>
                </a:cubicBezTo>
                <a:cubicBezTo>
                  <a:pt x="667895" y="390199"/>
                  <a:pt x="658746" y="410354"/>
                  <a:pt x="670163" y="419968"/>
                </a:cubicBezTo>
                <a:cubicBezTo>
                  <a:pt x="683854" y="431497"/>
                  <a:pt x="705905" y="421954"/>
                  <a:pt x="723776" y="422947"/>
                </a:cubicBezTo>
                <a:cubicBezTo>
                  <a:pt x="727747" y="426918"/>
                  <a:pt x="730198" y="433684"/>
                  <a:pt x="735690" y="434861"/>
                </a:cubicBezTo>
                <a:cubicBezTo>
                  <a:pt x="758113" y="439666"/>
                  <a:pt x="765888" y="430706"/>
                  <a:pt x="783346" y="422947"/>
                </a:cubicBezTo>
                <a:cubicBezTo>
                  <a:pt x="786215" y="421672"/>
                  <a:pt x="789303" y="420961"/>
                  <a:pt x="792282" y="419968"/>
                </a:cubicBezTo>
                <a:cubicBezTo>
                  <a:pt x="794526" y="418098"/>
                  <a:pt x="818491" y="396577"/>
                  <a:pt x="825045" y="396140"/>
                </a:cubicBezTo>
                <a:cubicBezTo>
                  <a:pt x="844850" y="394819"/>
                  <a:pt x="855233" y="404172"/>
                  <a:pt x="872701" y="408054"/>
                </a:cubicBezTo>
                <a:cubicBezTo>
                  <a:pt x="875609" y="408700"/>
                  <a:pt x="878658" y="408054"/>
                  <a:pt x="881637" y="40805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Shape 267">
            <a:extLst>
              <a:ext uri="{FF2B5EF4-FFF2-40B4-BE49-F238E27FC236}">
                <a16:creationId xmlns:a16="http://schemas.microsoft.com/office/drawing/2014/main" id="{4979B968-51E3-369E-393F-98B60FE2E2F7}"/>
              </a:ext>
            </a:extLst>
          </p:cNvPr>
          <p:cNvSpPr/>
          <p:nvPr/>
        </p:nvSpPr>
        <p:spPr>
          <a:xfrm flipV="1">
            <a:off x="6161912" y="4282963"/>
            <a:ext cx="143870" cy="167103"/>
          </a:xfrm>
          <a:prstGeom prst="line">
            <a:avLst/>
          </a:prstGeom>
          <a:noFill/>
          <a:ln w="5715">
            <a:solidFill>
              <a:srgbClr val="32414A"/>
            </a:solidFill>
            <a:prstDash val="solid"/>
            <a:tailEnd type="none"/>
          </a:ln>
        </p:spPr>
      </p:sp>
      <p:sp>
        <p:nvSpPr>
          <p:cNvPr id="559" name="Shape 276">
            <a:extLst>
              <a:ext uri="{FF2B5EF4-FFF2-40B4-BE49-F238E27FC236}">
                <a16:creationId xmlns:a16="http://schemas.microsoft.com/office/drawing/2014/main" id="{855600B3-B6FB-7CA4-58DF-339506A9507E}"/>
              </a:ext>
            </a:extLst>
          </p:cNvPr>
          <p:cNvSpPr/>
          <p:nvPr/>
        </p:nvSpPr>
        <p:spPr>
          <a:xfrm>
            <a:off x="6254130" y="4166719"/>
            <a:ext cx="149504" cy="141961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61" name="箭头: 右 560">
            <a:extLst>
              <a:ext uri="{FF2B5EF4-FFF2-40B4-BE49-F238E27FC236}">
                <a16:creationId xmlns:a16="http://schemas.microsoft.com/office/drawing/2014/main" id="{B802B49C-9336-D8BF-6FD9-A9ECD820DAE1}"/>
              </a:ext>
            </a:extLst>
          </p:cNvPr>
          <p:cNvSpPr/>
          <p:nvPr/>
        </p:nvSpPr>
        <p:spPr>
          <a:xfrm rot="728426">
            <a:off x="7571884" y="3892070"/>
            <a:ext cx="229766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3" name="箭头: 右 562">
            <a:extLst>
              <a:ext uri="{FF2B5EF4-FFF2-40B4-BE49-F238E27FC236}">
                <a16:creationId xmlns:a16="http://schemas.microsoft.com/office/drawing/2014/main" id="{4663912E-6F75-666F-521D-390FAC1B8965}"/>
              </a:ext>
            </a:extLst>
          </p:cNvPr>
          <p:cNvSpPr/>
          <p:nvPr/>
        </p:nvSpPr>
        <p:spPr>
          <a:xfrm rot="6110327">
            <a:off x="7374052" y="4205697"/>
            <a:ext cx="229766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5" name="箭头: 右 564">
            <a:extLst>
              <a:ext uri="{FF2B5EF4-FFF2-40B4-BE49-F238E27FC236}">
                <a16:creationId xmlns:a16="http://schemas.microsoft.com/office/drawing/2014/main" id="{72A46978-0F4F-100A-544B-E44FC9E53032}"/>
              </a:ext>
            </a:extLst>
          </p:cNvPr>
          <p:cNvSpPr/>
          <p:nvPr/>
        </p:nvSpPr>
        <p:spPr>
          <a:xfrm rot="16200000">
            <a:off x="8010133" y="4139101"/>
            <a:ext cx="68604" cy="12344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7" name="箭头: 右 566">
            <a:extLst>
              <a:ext uri="{FF2B5EF4-FFF2-40B4-BE49-F238E27FC236}">
                <a16:creationId xmlns:a16="http://schemas.microsoft.com/office/drawing/2014/main" id="{9633D508-7AE6-EB4D-DF1B-9FAA85A8CD48}"/>
              </a:ext>
            </a:extLst>
          </p:cNvPr>
          <p:cNvSpPr/>
          <p:nvPr/>
        </p:nvSpPr>
        <p:spPr>
          <a:xfrm rot="5400000">
            <a:off x="7175742" y="4039972"/>
            <a:ext cx="68604" cy="12344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9" name="任意多边形: 形状 568">
            <a:extLst>
              <a:ext uri="{FF2B5EF4-FFF2-40B4-BE49-F238E27FC236}">
                <a16:creationId xmlns:a16="http://schemas.microsoft.com/office/drawing/2014/main" id="{3FE67343-01DF-360F-1932-7CEF6DD9FF2B}"/>
              </a:ext>
            </a:extLst>
          </p:cNvPr>
          <p:cNvSpPr/>
          <p:nvPr/>
        </p:nvSpPr>
        <p:spPr>
          <a:xfrm rot="3397290">
            <a:off x="7338130" y="4743913"/>
            <a:ext cx="74839" cy="130629"/>
          </a:xfrm>
          <a:custGeom>
            <a:avLst/>
            <a:gdLst>
              <a:gd name="csX0" fmla="*/ 10885 w 74839"/>
              <a:gd name="csY0" fmla="*/ 0 h 130629"/>
              <a:gd name="csX1" fmla="*/ 24493 w 74839"/>
              <a:gd name="csY1" fmla="*/ 1361 h 130629"/>
              <a:gd name="csX2" fmla="*/ 31296 w 74839"/>
              <a:gd name="csY2" fmla="*/ 5443 h 130629"/>
              <a:gd name="csX3" fmla="*/ 39460 w 74839"/>
              <a:gd name="csY3" fmla="*/ 8164 h 130629"/>
              <a:gd name="csX4" fmla="*/ 44903 w 74839"/>
              <a:gd name="csY4" fmla="*/ 10886 h 130629"/>
              <a:gd name="csX5" fmla="*/ 74839 w 74839"/>
              <a:gd name="csY5" fmla="*/ 16329 h 130629"/>
              <a:gd name="csX6" fmla="*/ 66675 w 74839"/>
              <a:gd name="csY6" fmla="*/ 23132 h 130629"/>
              <a:gd name="csX7" fmla="*/ 29935 w 74839"/>
              <a:gd name="csY7" fmla="*/ 40821 h 130629"/>
              <a:gd name="csX8" fmla="*/ 4082 w 74839"/>
              <a:gd name="csY8" fmla="*/ 53068 h 130629"/>
              <a:gd name="csX9" fmla="*/ 19050 w 74839"/>
              <a:gd name="csY9" fmla="*/ 54429 h 130629"/>
              <a:gd name="csX10" fmla="*/ 69396 w 74839"/>
              <a:gd name="csY10" fmla="*/ 55789 h 130629"/>
              <a:gd name="csX11" fmla="*/ 12246 w 74839"/>
              <a:gd name="csY11" fmla="*/ 87086 h 130629"/>
              <a:gd name="csX12" fmla="*/ 0 w 74839"/>
              <a:gd name="csY12" fmla="*/ 91168 h 130629"/>
              <a:gd name="csX13" fmla="*/ 14968 w 74839"/>
              <a:gd name="csY13" fmla="*/ 92529 h 130629"/>
              <a:gd name="csX14" fmla="*/ 43543 w 74839"/>
              <a:gd name="csY14" fmla="*/ 97971 h 130629"/>
              <a:gd name="csX15" fmla="*/ 59871 w 74839"/>
              <a:gd name="csY15" fmla="*/ 100693 h 130629"/>
              <a:gd name="csX16" fmla="*/ 24493 w 74839"/>
              <a:gd name="csY16" fmla="*/ 122464 h 130629"/>
              <a:gd name="csX17" fmla="*/ 12246 w 74839"/>
              <a:gd name="csY17" fmla="*/ 127907 h 130629"/>
              <a:gd name="csX18" fmla="*/ 6803 w 74839"/>
              <a:gd name="csY18" fmla="*/ 129268 h 130629"/>
              <a:gd name="csX19" fmla="*/ 8164 w 74839"/>
              <a:gd name="csY19" fmla="*/ 130629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74839" h="130629">
                <a:moveTo>
                  <a:pt x="10885" y="0"/>
                </a:moveTo>
                <a:cubicBezTo>
                  <a:pt x="15421" y="454"/>
                  <a:pt x="20088" y="186"/>
                  <a:pt x="24493" y="1361"/>
                </a:cubicBezTo>
                <a:cubicBezTo>
                  <a:pt x="27048" y="2042"/>
                  <a:pt x="28888" y="4349"/>
                  <a:pt x="31296" y="5443"/>
                </a:cubicBezTo>
                <a:cubicBezTo>
                  <a:pt x="33907" y="6630"/>
                  <a:pt x="36797" y="7099"/>
                  <a:pt x="39460" y="8164"/>
                </a:cubicBezTo>
                <a:cubicBezTo>
                  <a:pt x="41343" y="8917"/>
                  <a:pt x="42941" y="10370"/>
                  <a:pt x="44903" y="10886"/>
                </a:cubicBezTo>
                <a:cubicBezTo>
                  <a:pt x="56086" y="13829"/>
                  <a:pt x="64165" y="14804"/>
                  <a:pt x="74839" y="16329"/>
                </a:cubicBezTo>
                <a:cubicBezTo>
                  <a:pt x="72118" y="18597"/>
                  <a:pt x="69670" y="21241"/>
                  <a:pt x="66675" y="23132"/>
                </a:cubicBezTo>
                <a:cubicBezTo>
                  <a:pt x="50917" y="33084"/>
                  <a:pt x="46873" y="32957"/>
                  <a:pt x="29935" y="40821"/>
                </a:cubicBezTo>
                <a:cubicBezTo>
                  <a:pt x="-3122" y="56169"/>
                  <a:pt x="21544" y="46081"/>
                  <a:pt x="4082" y="53068"/>
                </a:cubicBezTo>
                <a:cubicBezTo>
                  <a:pt x="9071" y="53522"/>
                  <a:pt x="14044" y="54220"/>
                  <a:pt x="19050" y="54429"/>
                </a:cubicBezTo>
                <a:cubicBezTo>
                  <a:pt x="35824" y="55128"/>
                  <a:pt x="60884" y="41319"/>
                  <a:pt x="69396" y="55789"/>
                </a:cubicBezTo>
                <a:cubicBezTo>
                  <a:pt x="71495" y="59357"/>
                  <a:pt x="21666" y="83161"/>
                  <a:pt x="12246" y="87086"/>
                </a:cubicBezTo>
                <a:cubicBezTo>
                  <a:pt x="8274" y="88741"/>
                  <a:pt x="4082" y="89807"/>
                  <a:pt x="0" y="91168"/>
                </a:cubicBezTo>
                <a:cubicBezTo>
                  <a:pt x="4989" y="91622"/>
                  <a:pt x="10018" y="91756"/>
                  <a:pt x="14968" y="92529"/>
                </a:cubicBezTo>
                <a:cubicBezTo>
                  <a:pt x="24548" y="94026"/>
                  <a:pt x="34003" y="96237"/>
                  <a:pt x="43543" y="97971"/>
                </a:cubicBezTo>
                <a:cubicBezTo>
                  <a:pt x="48972" y="98958"/>
                  <a:pt x="54428" y="99786"/>
                  <a:pt x="59871" y="100693"/>
                </a:cubicBezTo>
                <a:cubicBezTo>
                  <a:pt x="48864" y="108030"/>
                  <a:pt x="33011" y="118678"/>
                  <a:pt x="24493" y="122464"/>
                </a:cubicBezTo>
                <a:cubicBezTo>
                  <a:pt x="20411" y="124278"/>
                  <a:pt x="16416" y="126303"/>
                  <a:pt x="12246" y="127907"/>
                </a:cubicBezTo>
                <a:cubicBezTo>
                  <a:pt x="10500" y="128578"/>
                  <a:pt x="8359" y="128230"/>
                  <a:pt x="6803" y="129268"/>
                </a:cubicBezTo>
                <a:cubicBezTo>
                  <a:pt x="6269" y="129624"/>
                  <a:pt x="7710" y="130175"/>
                  <a:pt x="8164" y="13062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任意多边形: 形状 570">
            <a:extLst>
              <a:ext uri="{FF2B5EF4-FFF2-40B4-BE49-F238E27FC236}">
                <a16:creationId xmlns:a16="http://schemas.microsoft.com/office/drawing/2014/main" id="{BEE8DF0A-5D9A-1205-5124-3E3319D1C855}"/>
              </a:ext>
            </a:extLst>
          </p:cNvPr>
          <p:cNvSpPr/>
          <p:nvPr/>
        </p:nvSpPr>
        <p:spPr>
          <a:xfrm>
            <a:off x="5610726" y="4985070"/>
            <a:ext cx="43012" cy="162429"/>
          </a:xfrm>
          <a:custGeom>
            <a:avLst/>
            <a:gdLst>
              <a:gd name="csX0" fmla="*/ 10027 w 43012"/>
              <a:gd name="csY0" fmla="*/ 0 h 162429"/>
              <a:gd name="csX1" fmla="*/ 22058 w 43012"/>
              <a:gd name="csY1" fmla="*/ 2005 h 162429"/>
              <a:gd name="csX2" fmla="*/ 42111 w 43012"/>
              <a:gd name="csY2" fmla="*/ 14036 h 162429"/>
              <a:gd name="csX3" fmla="*/ 10027 w 43012"/>
              <a:gd name="csY3" fmla="*/ 62163 h 162429"/>
              <a:gd name="csX4" fmla="*/ 42111 w 43012"/>
              <a:gd name="csY4" fmla="*/ 64168 h 162429"/>
              <a:gd name="csX5" fmla="*/ 24063 w 43012"/>
              <a:gd name="csY5" fmla="*/ 78205 h 162429"/>
              <a:gd name="csX6" fmla="*/ 12032 w 43012"/>
              <a:gd name="csY6" fmla="*/ 90236 h 162429"/>
              <a:gd name="csX7" fmla="*/ 20053 w 43012"/>
              <a:gd name="csY7" fmla="*/ 96252 h 162429"/>
              <a:gd name="csX8" fmla="*/ 6016 w 43012"/>
              <a:gd name="csY8" fmla="*/ 120315 h 162429"/>
              <a:gd name="csX9" fmla="*/ 0 w 43012"/>
              <a:gd name="csY9" fmla="*/ 132347 h 162429"/>
              <a:gd name="csX10" fmla="*/ 24063 w 43012"/>
              <a:gd name="csY10" fmla="*/ 134352 h 162429"/>
              <a:gd name="csX11" fmla="*/ 30079 w 43012"/>
              <a:gd name="csY11" fmla="*/ 138363 h 162429"/>
              <a:gd name="csX12" fmla="*/ 24063 w 43012"/>
              <a:gd name="csY12" fmla="*/ 140368 h 162429"/>
              <a:gd name="csX13" fmla="*/ 12032 w 43012"/>
              <a:gd name="csY13" fmla="*/ 150394 h 162429"/>
              <a:gd name="csX14" fmla="*/ 2006 w 43012"/>
              <a:gd name="csY14" fmla="*/ 162426 h 1624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3012" h="162429">
                <a:moveTo>
                  <a:pt x="10027" y="0"/>
                </a:moveTo>
                <a:cubicBezTo>
                  <a:pt x="14037" y="668"/>
                  <a:pt x="18333" y="375"/>
                  <a:pt x="22058" y="2005"/>
                </a:cubicBezTo>
                <a:cubicBezTo>
                  <a:pt x="29200" y="5129"/>
                  <a:pt x="42111" y="6241"/>
                  <a:pt x="42111" y="14036"/>
                </a:cubicBezTo>
                <a:cubicBezTo>
                  <a:pt x="42111" y="32280"/>
                  <a:pt x="22392" y="49797"/>
                  <a:pt x="10027" y="62163"/>
                </a:cubicBezTo>
                <a:cubicBezTo>
                  <a:pt x="20722" y="62831"/>
                  <a:pt x="35055" y="56104"/>
                  <a:pt x="42111" y="64168"/>
                </a:cubicBezTo>
                <a:cubicBezTo>
                  <a:pt x="47130" y="69904"/>
                  <a:pt x="29822" y="73214"/>
                  <a:pt x="24063" y="78205"/>
                </a:cubicBezTo>
                <a:cubicBezTo>
                  <a:pt x="19777" y="81919"/>
                  <a:pt x="16042" y="86226"/>
                  <a:pt x="12032" y="90236"/>
                </a:cubicBezTo>
                <a:cubicBezTo>
                  <a:pt x="14706" y="92241"/>
                  <a:pt x="20708" y="92975"/>
                  <a:pt x="20053" y="96252"/>
                </a:cubicBezTo>
                <a:cubicBezTo>
                  <a:pt x="18232" y="105358"/>
                  <a:pt x="10526" y="112198"/>
                  <a:pt x="6016" y="120315"/>
                </a:cubicBezTo>
                <a:cubicBezTo>
                  <a:pt x="3838" y="124235"/>
                  <a:pt x="2005" y="128336"/>
                  <a:pt x="0" y="132347"/>
                </a:cubicBezTo>
                <a:cubicBezTo>
                  <a:pt x="8021" y="133015"/>
                  <a:pt x="16171" y="132773"/>
                  <a:pt x="24063" y="134352"/>
                </a:cubicBezTo>
                <a:cubicBezTo>
                  <a:pt x="26426" y="134825"/>
                  <a:pt x="30079" y="135953"/>
                  <a:pt x="30079" y="138363"/>
                </a:cubicBezTo>
                <a:cubicBezTo>
                  <a:pt x="30079" y="140477"/>
                  <a:pt x="26068" y="139700"/>
                  <a:pt x="24063" y="140368"/>
                </a:cubicBezTo>
                <a:cubicBezTo>
                  <a:pt x="20053" y="143710"/>
                  <a:pt x="15543" y="146531"/>
                  <a:pt x="12032" y="150394"/>
                </a:cubicBezTo>
                <a:cubicBezTo>
                  <a:pt x="589" y="162982"/>
                  <a:pt x="9254" y="162426"/>
                  <a:pt x="2006" y="16242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任意多边形: 形状 572">
            <a:extLst>
              <a:ext uri="{FF2B5EF4-FFF2-40B4-BE49-F238E27FC236}">
                <a16:creationId xmlns:a16="http://schemas.microsoft.com/office/drawing/2014/main" id="{7AED050C-0C79-9BAB-05E1-42744694DEA5}"/>
              </a:ext>
            </a:extLst>
          </p:cNvPr>
          <p:cNvSpPr/>
          <p:nvPr/>
        </p:nvSpPr>
        <p:spPr>
          <a:xfrm>
            <a:off x="9160128" y="5037863"/>
            <a:ext cx="69597" cy="61578"/>
          </a:xfrm>
          <a:custGeom>
            <a:avLst/>
            <a:gdLst>
              <a:gd name="csX0" fmla="*/ 201 w 69597"/>
              <a:gd name="csY0" fmla="*/ 42528 h 61578"/>
              <a:gd name="csX1" fmla="*/ 2922 w 69597"/>
              <a:gd name="csY1" fmla="*/ 15314 h 61578"/>
              <a:gd name="csX2" fmla="*/ 11086 w 69597"/>
              <a:gd name="csY2" fmla="*/ 26200 h 61578"/>
              <a:gd name="csX3" fmla="*/ 34218 w 69597"/>
              <a:gd name="csY3" fmla="*/ 61578 h 61578"/>
              <a:gd name="csX4" fmla="*/ 36940 w 69597"/>
              <a:gd name="csY4" fmla="*/ 31642 h 61578"/>
              <a:gd name="csX5" fmla="*/ 41022 w 69597"/>
              <a:gd name="csY5" fmla="*/ 15314 h 61578"/>
              <a:gd name="csX6" fmla="*/ 43743 w 69597"/>
              <a:gd name="csY6" fmla="*/ 346 h 61578"/>
              <a:gd name="csX7" fmla="*/ 46465 w 69597"/>
              <a:gd name="csY7" fmla="*/ 5789 h 61578"/>
              <a:gd name="csX8" fmla="*/ 50547 w 69597"/>
              <a:gd name="csY8" fmla="*/ 12592 h 61578"/>
              <a:gd name="csX9" fmla="*/ 62793 w 69597"/>
              <a:gd name="csY9" fmla="*/ 24839 h 61578"/>
              <a:gd name="csX10" fmla="*/ 69597 w 69597"/>
              <a:gd name="csY10" fmla="*/ 34364 h 61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9597" h="61578">
                <a:moveTo>
                  <a:pt x="201" y="42528"/>
                </a:moveTo>
                <a:cubicBezTo>
                  <a:pt x="1108" y="33457"/>
                  <a:pt x="-2135" y="22900"/>
                  <a:pt x="2922" y="15314"/>
                </a:cubicBezTo>
                <a:cubicBezTo>
                  <a:pt x="5438" y="11540"/>
                  <a:pt x="8627" y="22389"/>
                  <a:pt x="11086" y="26200"/>
                </a:cubicBezTo>
                <a:cubicBezTo>
                  <a:pt x="34520" y="62524"/>
                  <a:pt x="20967" y="48327"/>
                  <a:pt x="34218" y="61578"/>
                </a:cubicBezTo>
                <a:cubicBezTo>
                  <a:pt x="35572" y="43986"/>
                  <a:pt x="35150" y="46855"/>
                  <a:pt x="36940" y="31642"/>
                </a:cubicBezTo>
                <a:cubicBezTo>
                  <a:pt x="38428" y="18993"/>
                  <a:pt x="36735" y="23890"/>
                  <a:pt x="41022" y="15314"/>
                </a:cubicBezTo>
                <a:cubicBezTo>
                  <a:pt x="41929" y="10325"/>
                  <a:pt x="41227" y="4749"/>
                  <a:pt x="43743" y="346"/>
                </a:cubicBezTo>
                <a:cubicBezTo>
                  <a:pt x="44749" y="-1415"/>
                  <a:pt x="45480" y="4016"/>
                  <a:pt x="46465" y="5789"/>
                </a:cubicBezTo>
                <a:cubicBezTo>
                  <a:pt x="47749" y="8101"/>
                  <a:pt x="48826" y="10584"/>
                  <a:pt x="50547" y="12592"/>
                </a:cubicBezTo>
                <a:cubicBezTo>
                  <a:pt x="54304" y="16975"/>
                  <a:pt x="59153" y="20358"/>
                  <a:pt x="62793" y="24839"/>
                </a:cubicBezTo>
                <a:cubicBezTo>
                  <a:pt x="70852" y="34758"/>
                  <a:pt x="64283" y="34364"/>
                  <a:pt x="69597" y="343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5" name="Shape 309">
            <a:extLst>
              <a:ext uri="{FF2B5EF4-FFF2-40B4-BE49-F238E27FC236}">
                <a16:creationId xmlns:a16="http://schemas.microsoft.com/office/drawing/2014/main" id="{A4A53A69-C46A-3BEA-8A81-F9C9092AC7E9}"/>
              </a:ext>
            </a:extLst>
          </p:cNvPr>
          <p:cNvSpPr/>
          <p:nvPr/>
        </p:nvSpPr>
        <p:spPr>
          <a:xfrm flipV="1">
            <a:off x="5890259" y="4820137"/>
            <a:ext cx="1258061" cy="203335"/>
          </a:xfrm>
          <a:prstGeom prst="line">
            <a:avLst/>
          </a:prstGeom>
          <a:noFill/>
          <a:ln w="889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77" name="Shape 309">
            <a:extLst>
              <a:ext uri="{FF2B5EF4-FFF2-40B4-BE49-F238E27FC236}">
                <a16:creationId xmlns:a16="http://schemas.microsoft.com/office/drawing/2014/main" id="{73850559-AB96-E4A4-5844-6D0410927A40}"/>
              </a:ext>
            </a:extLst>
          </p:cNvPr>
          <p:cNvSpPr/>
          <p:nvPr/>
        </p:nvSpPr>
        <p:spPr>
          <a:xfrm>
            <a:off x="7594092" y="4822262"/>
            <a:ext cx="1416176" cy="201210"/>
          </a:xfrm>
          <a:prstGeom prst="line">
            <a:avLst/>
          </a:prstGeom>
          <a:noFill/>
          <a:ln w="889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79" name="Shape 413">
            <a:extLst>
              <a:ext uri="{FF2B5EF4-FFF2-40B4-BE49-F238E27FC236}">
                <a16:creationId xmlns:a16="http://schemas.microsoft.com/office/drawing/2014/main" id="{C27EC24A-931A-8607-04C7-70BE56DFE6D3}"/>
              </a:ext>
            </a:extLst>
          </p:cNvPr>
          <p:cNvSpPr/>
          <p:nvPr/>
        </p:nvSpPr>
        <p:spPr>
          <a:xfrm>
            <a:off x="5820801" y="5147499"/>
            <a:ext cx="118872" cy="118872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81" name="Shape 414">
            <a:extLst>
              <a:ext uri="{FF2B5EF4-FFF2-40B4-BE49-F238E27FC236}">
                <a16:creationId xmlns:a16="http://schemas.microsoft.com/office/drawing/2014/main" id="{7ACD6B82-A177-6E82-FBE8-784F4F19453D}"/>
              </a:ext>
            </a:extLst>
          </p:cNvPr>
          <p:cNvSpPr/>
          <p:nvPr/>
        </p:nvSpPr>
        <p:spPr>
          <a:xfrm>
            <a:off x="5702385" y="5422005"/>
            <a:ext cx="118872" cy="118872"/>
          </a:xfrm>
          <a:prstGeom prst="ellipse">
            <a:avLst/>
          </a:prstGeom>
          <a:solidFill>
            <a:srgbClr val="4D86C6"/>
          </a:solidFill>
          <a:ln w="7620">
            <a:solidFill>
              <a:srgbClr val="4D86C6"/>
            </a:solidFill>
            <a:prstDash val="solid"/>
          </a:ln>
        </p:spPr>
      </p:sp>
      <p:sp>
        <p:nvSpPr>
          <p:cNvPr id="583" name="Shape 425">
            <a:extLst>
              <a:ext uri="{FF2B5EF4-FFF2-40B4-BE49-F238E27FC236}">
                <a16:creationId xmlns:a16="http://schemas.microsoft.com/office/drawing/2014/main" id="{A2F35BE0-1367-4564-08C6-D47695AA3B3B}"/>
              </a:ext>
            </a:extLst>
          </p:cNvPr>
          <p:cNvSpPr/>
          <p:nvPr/>
        </p:nvSpPr>
        <p:spPr>
          <a:xfrm rot="3715385">
            <a:off x="7436764" y="5214036"/>
            <a:ext cx="118872" cy="11887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585" name="Shape 426">
            <a:extLst>
              <a:ext uri="{FF2B5EF4-FFF2-40B4-BE49-F238E27FC236}">
                <a16:creationId xmlns:a16="http://schemas.microsoft.com/office/drawing/2014/main" id="{D5B5DABC-DD4F-7280-02A3-131CD084D585}"/>
              </a:ext>
            </a:extLst>
          </p:cNvPr>
          <p:cNvSpPr/>
          <p:nvPr/>
        </p:nvSpPr>
        <p:spPr>
          <a:xfrm rot="3715385">
            <a:off x="7188545" y="5216361"/>
            <a:ext cx="118872" cy="118872"/>
          </a:xfrm>
          <a:prstGeom prst="ellipse">
            <a:avLst/>
          </a:prstGeom>
          <a:solidFill>
            <a:srgbClr val="8A6DB7"/>
          </a:solidFill>
          <a:ln w="7620">
            <a:solidFill>
              <a:srgbClr val="8A6DB7"/>
            </a:solidFill>
            <a:prstDash val="solid"/>
          </a:ln>
        </p:spPr>
      </p:sp>
      <p:sp>
        <p:nvSpPr>
          <p:cNvPr id="587" name="Shape 437">
            <a:extLst>
              <a:ext uri="{FF2B5EF4-FFF2-40B4-BE49-F238E27FC236}">
                <a16:creationId xmlns:a16="http://schemas.microsoft.com/office/drawing/2014/main" id="{A4A345C4-689D-A764-0A1C-698F25B6C77D}"/>
              </a:ext>
            </a:extLst>
          </p:cNvPr>
          <p:cNvSpPr/>
          <p:nvPr/>
        </p:nvSpPr>
        <p:spPr>
          <a:xfrm>
            <a:off x="9232470" y="5392132"/>
            <a:ext cx="118872" cy="118872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589" name="Shape 438">
            <a:extLst>
              <a:ext uri="{FF2B5EF4-FFF2-40B4-BE49-F238E27FC236}">
                <a16:creationId xmlns:a16="http://schemas.microsoft.com/office/drawing/2014/main" id="{7DB9B3A8-99F0-FD4E-1BF0-61B44AA92DCE}"/>
              </a:ext>
            </a:extLst>
          </p:cNvPr>
          <p:cNvSpPr/>
          <p:nvPr/>
        </p:nvSpPr>
        <p:spPr>
          <a:xfrm>
            <a:off x="9052041" y="5342112"/>
            <a:ext cx="118872" cy="118872"/>
          </a:xfrm>
          <a:prstGeom prst="ellipse">
            <a:avLst/>
          </a:prstGeom>
          <a:solidFill>
            <a:srgbClr val="F08D3A"/>
          </a:solidFill>
          <a:ln w="7620">
            <a:solidFill>
              <a:srgbClr val="F08D3A"/>
            </a:solidFill>
            <a:prstDash val="solid"/>
          </a:ln>
        </p:spPr>
      </p:sp>
      <p:sp>
        <p:nvSpPr>
          <p:cNvPr id="591" name="任意多边形: 形状 590">
            <a:extLst>
              <a:ext uri="{FF2B5EF4-FFF2-40B4-BE49-F238E27FC236}">
                <a16:creationId xmlns:a16="http://schemas.microsoft.com/office/drawing/2014/main" id="{CD0EF417-D1A6-BBEF-0B30-440A4355D0F9}"/>
              </a:ext>
            </a:extLst>
          </p:cNvPr>
          <p:cNvSpPr/>
          <p:nvPr/>
        </p:nvSpPr>
        <p:spPr>
          <a:xfrm rot="4714225">
            <a:off x="7339612" y="5225480"/>
            <a:ext cx="74839" cy="130629"/>
          </a:xfrm>
          <a:custGeom>
            <a:avLst/>
            <a:gdLst>
              <a:gd name="csX0" fmla="*/ 10885 w 74839"/>
              <a:gd name="csY0" fmla="*/ 0 h 130629"/>
              <a:gd name="csX1" fmla="*/ 24493 w 74839"/>
              <a:gd name="csY1" fmla="*/ 1361 h 130629"/>
              <a:gd name="csX2" fmla="*/ 31296 w 74839"/>
              <a:gd name="csY2" fmla="*/ 5443 h 130629"/>
              <a:gd name="csX3" fmla="*/ 39460 w 74839"/>
              <a:gd name="csY3" fmla="*/ 8164 h 130629"/>
              <a:gd name="csX4" fmla="*/ 44903 w 74839"/>
              <a:gd name="csY4" fmla="*/ 10886 h 130629"/>
              <a:gd name="csX5" fmla="*/ 74839 w 74839"/>
              <a:gd name="csY5" fmla="*/ 16329 h 130629"/>
              <a:gd name="csX6" fmla="*/ 66675 w 74839"/>
              <a:gd name="csY6" fmla="*/ 23132 h 130629"/>
              <a:gd name="csX7" fmla="*/ 29935 w 74839"/>
              <a:gd name="csY7" fmla="*/ 40821 h 130629"/>
              <a:gd name="csX8" fmla="*/ 4082 w 74839"/>
              <a:gd name="csY8" fmla="*/ 53068 h 130629"/>
              <a:gd name="csX9" fmla="*/ 19050 w 74839"/>
              <a:gd name="csY9" fmla="*/ 54429 h 130629"/>
              <a:gd name="csX10" fmla="*/ 69396 w 74839"/>
              <a:gd name="csY10" fmla="*/ 55789 h 130629"/>
              <a:gd name="csX11" fmla="*/ 12246 w 74839"/>
              <a:gd name="csY11" fmla="*/ 87086 h 130629"/>
              <a:gd name="csX12" fmla="*/ 0 w 74839"/>
              <a:gd name="csY12" fmla="*/ 91168 h 130629"/>
              <a:gd name="csX13" fmla="*/ 14968 w 74839"/>
              <a:gd name="csY13" fmla="*/ 92529 h 130629"/>
              <a:gd name="csX14" fmla="*/ 43543 w 74839"/>
              <a:gd name="csY14" fmla="*/ 97971 h 130629"/>
              <a:gd name="csX15" fmla="*/ 59871 w 74839"/>
              <a:gd name="csY15" fmla="*/ 100693 h 130629"/>
              <a:gd name="csX16" fmla="*/ 24493 w 74839"/>
              <a:gd name="csY16" fmla="*/ 122464 h 130629"/>
              <a:gd name="csX17" fmla="*/ 12246 w 74839"/>
              <a:gd name="csY17" fmla="*/ 127907 h 130629"/>
              <a:gd name="csX18" fmla="*/ 6803 w 74839"/>
              <a:gd name="csY18" fmla="*/ 129268 h 130629"/>
              <a:gd name="csX19" fmla="*/ 8164 w 74839"/>
              <a:gd name="csY19" fmla="*/ 130629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74839" h="130629">
                <a:moveTo>
                  <a:pt x="10885" y="0"/>
                </a:moveTo>
                <a:cubicBezTo>
                  <a:pt x="15421" y="454"/>
                  <a:pt x="20088" y="186"/>
                  <a:pt x="24493" y="1361"/>
                </a:cubicBezTo>
                <a:cubicBezTo>
                  <a:pt x="27048" y="2042"/>
                  <a:pt x="28888" y="4349"/>
                  <a:pt x="31296" y="5443"/>
                </a:cubicBezTo>
                <a:cubicBezTo>
                  <a:pt x="33907" y="6630"/>
                  <a:pt x="36797" y="7099"/>
                  <a:pt x="39460" y="8164"/>
                </a:cubicBezTo>
                <a:cubicBezTo>
                  <a:pt x="41343" y="8917"/>
                  <a:pt x="42941" y="10370"/>
                  <a:pt x="44903" y="10886"/>
                </a:cubicBezTo>
                <a:cubicBezTo>
                  <a:pt x="56086" y="13829"/>
                  <a:pt x="64165" y="14804"/>
                  <a:pt x="74839" y="16329"/>
                </a:cubicBezTo>
                <a:cubicBezTo>
                  <a:pt x="72118" y="18597"/>
                  <a:pt x="69670" y="21241"/>
                  <a:pt x="66675" y="23132"/>
                </a:cubicBezTo>
                <a:cubicBezTo>
                  <a:pt x="50917" y="33084"/>
                  <a:pt x="46873" y="32957"/>
                  <a:pt x="29935" y="40821"/>
                </a:cubicBezTo>
                <a:cubicBezTo>
                  <a:pt x="-3122" y="56169"/>
                  <a:pt x="21544" y="46081"/>
                  <a:pt x="4082" y="53068"/>
                </a:cubicBezTo>
                <a:cubicBezTo>
                  <a:pt x="9071" y="53522"/>
                  <a:pt x="14044" y="54220"/>
                  <a:pt x="19050" y="54429"/>
                </a:cubicBezTo>
                <a:cubicBezTo>
                  <a:pt x="35824" y="55128"/>
                  <a:pt x="60884" y="41319"/>
                  <a:pt x="69396" y="55789"/>
                </a:cubicBezTo>
                <a:cubicBezTo>
                  <a:pt x="71495" y="59357"/>
                  <a:pt x="21666" y="83161"/>
                  <a:pt x="12246" y="87086"/>
                </a:cubicBezTo>
                <a:cubicBezTo>
                  <a:pt x="8274" y="88741"/>
                  <a:pt x="4082" y="89807"/>
                  <a:pt x="0" y="91168"/>
                </a:cubicBezTo>
                <a:cubicBezTo>
                  <a:pt x="4989" y="91622"/>
                  <a:pt x="10018" y="91756"/>
                  <a:pt x="14968" y="92529"/>
                </a:cubicBezTo>
                <a:cubicBezTo>
                  <a:pt x="24548" y="94026"/>
                  <a:pt x="34003" y="96237"/>
                  <a:pt x="43543" y="97971"/>
                </a:cubicBezTo>
                <a:cubicBezTo>
                  <a:pt x="48972" y="98958"/>
                  <a:pt x="54428" y="99786"/>
                  <a:pt x="59871" y="100693"/>
                </a:cubicBezTo>
                <a:cubicBezTo>
                  <a:pt x="48864" y="108030"/>
                  <a:pt x="33011" y="118678"/>
                  <a:pt x="24493" y="122464"/>
                </a:cubicBezTo>
                <a:cubicBezTo>
                  <a:pt x="20411" y="124278"/>
                  <a:pt x="16416" y="126303"/>
                  <a:pt x="12246" y="127907"/>
                </a:cubicBezTo>
                <a:cubicBezTo>
                  <a:pt x="10500" y="128578"/>
                  <a:pt x="8359" y="128230"/>
                  <a:pt x="6803" y="129268"/>
                </a:cubicBezTo>
                <a:cubicBezTo>
                  <a:pt x="6269" y="129624"/>
                  <a:pt x="7710" y="130175"/>
                  <a:pt x="8164" y="13062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3" name="任意多边形: 形状 592">
            <a:extLst>
              <a:ext uri="{FF2B5EF4-FFF2-40B4-BE49-F238E27FC236}">
                <a16:creationId xmlns:a16="http://schemas.microsoft.com/office/drawing/2014/main" id="{7DE73C42-9427-0778-B6F0-7AD185CE161A}"/>
              </a:ext>
            </a:extLst>
          </p:cNvPr>
          <p:cNvSpPr/>
          <p:nvPr/>
        </p:nvSpPr>
        <p:spPr>
          <a:xfrm rot="1104810">
            <a:off x="9173325" y="5401548"/>
            <a:ext cx="69597" cy="61578"/>
          </a:xfrm>
          <a:custGeom>
            <a:avLst/>
            <a:gdLst>
              <a:gd name="csX0" fmla="*/ 201 w 69597"/>
              <a:gd name="csY0" fmla="*/ 42528 h 61578"/>
              <a:gd name="csX1" fmla="*/ 2922 w 69597"/>
              <a:gd name="csY1" fmla="*/ 15314 h 61578"/>
              <a:gd name="csX2" fmla="*/ 11086 w 69597"/>
              <a:gd name="csY2" fmla="*/ 26200 h 61578"/>
              <a:gd name="csX3" fmla="*/ 34218 w 69597"/>
              <a:gd name="csY3" fmla="*/ 61578 h 61578"/>
              <a:gd name="csX4" fmla="*/ 36940 w 69597"/>
              <a:gd name="csY4" fmla="*/ 31642 h 61578"/>
              <a:gd name="csX5" fmla="*/ 41022 w 69597"/>
              <a:gd name="csY5" fmla="*/ 15314 h 61578"/>
              <a:gd name="csX6" fmla="*/ 43743 w 69597"/>
              <a:gd name="csY6" fmla="*/ 346 h 61578"/>
              <a:gd name="csX7" fmla="*/ 46465 w 69597"/>
              <a:gd name="csY7" fmla="*/ 5789 h 61578"/>
              <a:gd name="csX8" fmla="*/ 50547 w 69597"/>
              <a:gd name="csY8" fmla="*/ 12592 h 61578"/>
              <a:gd name="csX9" fmla="*/ 62793 w 69597"/>
              <a:gd name="csY9" fmla="*/ 24839 h 61578"/>
              <a:gd name="csX10" fmla="*/ 69597 w 69597"/>
              <a:gd name="csY10" fmla="*/ 34364 h 61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9597" h="61578">
                <a:moveTo>
                  <a:pt x="201" y="42528"/>
                </a:moveTo>
                <a:cubicBezTo>
                  <a:pt x="1108" y="33457"/>
                  <a:pt x="-2135" y="22900"/>
                  <a:pt x="2922" y="15314"/>
                </a:cubicBezTo>
                <a:cubicBezTo>
                  <a:pt x="5438" y="11540"/>
                  <a:pt x="8627" y="22389"/>
                  <a:pt x="11086" y="26200"/>
                </a:cubicBezTo>
                <a:cubicBezTo>
                  <a:pt x="34520" y="62524"/>
                  <a:pt x="20967" y="48327"/>
                  <a:pt x="34218" y="61578"/>
                </a:cubicBezTo>
                <a:cubicBezTo>
                  <a:pt x="35572" y="43986"/>
                  <a:pt x="35150" y="46855"/>
                  <a:pt x="36940" y="31642"/>
                </a:cubicBezTo>
                <a:cubicBezTo>
                  <a:pt x="38428" y="18993"/>
                  <a:pt x="36735" y="23890"/>
                  <a:pt x="41022" y="15314"/>
                </a:cubicBezTo>
                <a:cubicBezTo>
                  <a:pt x="41929" y="10325"/>
                  <a:pt x="41227" y="4749"/>
                  <a:pt x="43743" y="346"/>
                </a:cubicBezTo>
                <a:cubicBezTo>
                  <a:pt x="44749" y="-1415"/>
                  <a:pt x="45480" y="4016"/>
                  <a:pt x="46465" y="5789"/>
                </a:cubicBezTo>
                <a:cubicBezTo>
                  <a:pt x="47749" y="8101"/>
                  <a:pt x="48826" y="10584"/>
                  <a:pt x="50547" y="12592"/>
                </a:cubicBezTo>
                <a:cubicBezTo>
                  <a:pt x="54304" y="16975"/>
                  <a:pt x="59153" y="20358"/>
                  <a:pt x="62793" y="24839"/>
                </a:cubicBezTo>
                <a:cubicBezTo>
                  <a:pt x="70852" y="34758"/>
                  <a:pt x="64283" y="34364"/>
                  <a:pt x="69597" y="343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5" name="Shape 309">
            <a:extLst>
              <a:ext uri="{FF2B5EF4-FFF2-40B4-BE49-F238E27FC236}">
                <a16:creationId xmlns:a16="http://schemas.microsoft.com/office/drawing/2014/main" id="{77D4E85C-BC6A-F626-263C-F3BB6BA966D5}"/>
              </a:ext>
            </a:extLst>
          </p:cNvPr>
          <p:cNvSpPr/>
          <p:nvPr/>
        </p:nvSpPr>
        <p:spPr>
          <a:xfrm flipV="1">
            <a:off x="5978360" y="5325839"/>
            <a:ext cx="1113784" cy="61318"/>
          </a:xfrm>
          <a:prstGeom prst="line">
            <a:avLst/>
          </a:prstGeom>
          <a:noFill/>
          <a:ln w="889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97" name="Shape 309">
            <a:extLst>
              <a:ext uri="{FF2B5EF4-FFF2-40B4-BE49-F238E27FC236}">
                <a16:creationId xmlns:a16="http://schemas.microsoft.com/office/drawing/2014/main" id="{AB1A021E-4A74-A73A-231C-0C6B43DA66B8}"/>
              </a:ext>
            </a:extLst>
          </p:cNvPr>
          <p:cNvSpPr/>
          <p:nvPr/>
        </p:nvSpPr>
        <p:spPr>
          <a:xfrm>
            <a:off x="7690824" y="5313811"/>
            <a:ext cx="1261153" cy="132780"/>
          </a:xfrm>
          <a:prstGeom prst="line">
            <a:avLst/>
          </a:prstGeom>
          <a:noFill/>
          <a:ln w="8890">
            <a:solidFill>
              <a:srgbClr val="1E2326"/>
            </a:solidFill>
            <a:prstDash val="solid"/>
            <a:tailEnd type="triangle"/>
          </a:ln>
        </p:spPr>
      </p:sp>
      <p:sp>
        <p:nvSpPr>
          <p:cNvPr id="599" name="任意多边形: 形状 598">
            <a:extLst>
              <a:ext uri="{FF2B5EF4-FFF2-40B4-BE49-F238E27FC236}">
                <a16:creationId xmlns:a16="http://schemas.microsoft.com/office/drawing/2014/main" id="{33613306-CA80-BAE1-9C99-2EE851C16F5A}"/>
              </a:ext>
            </a:extLst>
          </p:cNvPr>
          <p:cNvSpPr/>
          <p:nvPr/>
        </p:nvSpPr>
        <p:spPr>
          <a:xfrm>
            <a:off x="5775101" y="5253075"/>
            <a:ext cx="77059" cy="167640"/>
          </a:xfrm>
          <a:custGeom>
            <a:avLst/>
            <a:gdLst>
              <a:gd name="csX0" fmla="*/ 68553 w 77059"/>
              <a:gd name="csY0" fmla="*/ 1772 h 167640"/>
              <a:gd name="csX1" fmla="*/ 45161 w 77059"/>
              <a:gd name="csY1" fmla="*/ 3899 h 167640"/>
              <a:gd name="csX2" fmla="*/ 77059 w 77059"/>
              <a:gd name="csY2" fmla="*/ 50682 h 167640"/>
              <a:gd name="csX3" fmla="*/ 53667 w 77059"/>
              <a:gd name="csY3" fmla="*/ 61315 h 167640"/>
              <a:gd name="csX4" fmla="*/ 40908 w 77059"/>
              <a:gd name="csY4" fmla="*/ 65568 h 167640"/>
              <a:gd name="csX5" fmla="*/ 51541 w 77059"/>
              <a:gd name="csY5" fmla="*/ 69821 h 167640"/>
              <a:gd name="csX6" fmla="*/ 30276 w 77059"/>
              <a:gd name="csY6" fmla="*/ 84706 h 167640"/>
              <a:gd name="csX7" fmla="*/ 6884 w 77059"/>
              <a:gd name="csY7" fmla="*/ 95339 h 167640"/>
              <a:gd name="csX8" fmla="*/ 15390 w 77059"/>
              <a:gd name="csY8" fmla="*/ 99592 h 167640"/>
              <a:gd name="csX9" fmla="*/ 62173 w 77059"/>
              <a:gd name="csY9" fmla="*/ 108098 h 167640"/>
              <a:gd name="csX10" fmla="*/ 505 w 77059"/>
              <a:gd name="csY10" fmla="*/ 114477 h 167640"/>
              <a:gd name="csX11" fmla="*/ 6884 w 77059"/>
              <a:gd name="csY11" fmla="*/ 118731 h 167640"/>
              <a:gd name="csX12" fmla="*/ 34529 w 77059"/>
              <a:gd name="csY12" fmla="*/ 129363 h 167640"/>
              <a:gd name="csX13" fmla="*/ 19643 w 77059"/>
              <a:gd name="csY13" fmla="*/ 152755 h 167640"/>
              <a:gd name="csX14" fmla="*/ 23896 w 77059"/>
              <a:gd name="csY14" fmla="*/ 159134 h 167640"/>
              <a:gd name="csX15" fmla="*/ 15390 w 77059"/>
              <a:gd name="csY15" fmla="*/ 167640 h 167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77059" h="167640">
                <a:moveTo>
                  <a:pt x="68553" y="1772"/>
                </a:moveTo>
                <a:cubicBezTo>
                  <a:pt x="60756" y="2481"/>
                  <a:pt x="46196" y="-3862"/>
                  <a:pt x="45161" y="3899"/>
                </a:cubicBezTo>
                <a:cubicBezTo>
                  <a:pt x="44583" y="8233"/>
                  <a:pt x="71371" y="43098"/>
                  <a:pt x="77059" y="50682"/>
                </a:cubicBezTo>
                <a:cubicBezTo>
                  <a:pt x="69262" y="54226"/>
                  <a:pt x="61587" y="58054"/>
                  <a:pt x="53667" y="61315"/>
                </a:cubicBezTo>
                <a:cubicBezTo>
                  <a:pt x="49522" y="63022"/>
                  <a:pt x="41995" y="61219"/>
                  <a:pt x="40908" y="65568"/>
                </a:cubicBezTo>
                <a:cubicBezTo>
                  <a:pt x="39982" y="69271"/>
                  <a:pt x="47997" y="68403"/>
                  <a:pt x="51541" y="69821"/>
                </a:cubicBezTo>
                <a:cubicBezTo>
                  <a:pt x="44453" y="74783"/>
                  <a:pt x="37788" y="80413"/>
                  <a:pt x="30276" y="84706"/>
                </a:cubicBezTo>
                <a:cubicBezTo>
                  <a:pt x="22839" y="88955"/>
                  <a:pt x="12940" y="89283"/>
                  <a:pt x="6884" y="95339"/>
                </a:cubicBezTo>
                <a:cubicBezTo>
                  <a:pt x="4642" y="97581"/>
                  <a:pt x="12364" y="98647"/>
                  <a:pt x="15390" y="99592"/>
                </a:cubicBezTo>
                <a:cubicBezTo>
                  <a:pt x="38279" y="106744"/>
                  <a:pt x="39935" y="105874"/>
                  <a:pt x="62173" y="108098"/>
                </a:cubicBezTo>
                <a:cubicBezTo>
                  <a:pt x="55151" y="108511"/>
                  <a:pt x="10971" y="109825"/>
                  <a:pt x="505" y="114477"/>
                </a:cubicBezTo>
                <a:cubicBezTo>
                  <a:pt x="-1830" y="115515"/>
                  <a:pt x="4543" y="117707"/>
                  <a:pt x="6884" y="118731"/>
                </a:cubicBezTo>
                <a:cubicBezTo>
                  <a:pt x="15929" y="122688"/>
                  <a:pt x="34529" y="129363"/>
                  <a:pt x="34529" y="129363"/>
                </a:cubicBezTo>
                <a:cubicBezTo>
                  <a:pt x="1666" y="145795"/>
                  <a:pt x="3795" y="134643"/>
                  <a:pt x="19643" y="152755"/>
                </a:cubicBezTo>
                <a:cubicBezTo>
                  <a:pt x="21326" y="154678"/>
                  <a:pt x="22478" y="157008"/>
                  <a:pt x="23896" y="159134"/>
                </a:cubicBezTo>
                <a:lnTo>
                  <a:pt x="15390" y="16764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Text 45">
            <a:extLst>
              <a:ext uri="{FF2B5EF4-FFF2-40B4-BE49-F238E27FC236}">
                <a16:creationId xmlns:a16="http://schemas.microsoft.com/office/drawing/2014/main" id="{538F9371-374F-2E50-5ECB-DAAA85CEA1DB}"/>
              </a:ext>
            </a:extLst>
          </p:cNvPr>
          <p:cNvSpPr/>
          <p:nvPr/>
        </p:nvSpPr>
        <p:spPr>
          <a:xfrm>
            <a:off x="10171175" y="1552952"/>
            <a:ext cx="1613791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平衡动态最优传输</a:t>
            </a:r>
            <a:endParaRPr lang="en-US" sz="1200" b="1" dirty="0"/>
          </a:p>
        </p:txBody>
      </p:sp>
      <p:sp>
        <p:nvSpPr>
          <p:cNvPr id="603" name="Text 45">
            <a:extLst>
              <a:ext uri="{FF2B5EF4-FFF2-40B4-BE49-F238E27FC236}">
                <a16:creationId xmlns:a16="http://schemas.microsoft.com/office/drawing/2014/main" id="{11ACE811-1CE4-F0FA-48AA-B7BDB3B8AB6B}"/>
              </a:ext>
            </a:extLst>
          </p:cNvPr>
          <p:cNvSpPr/>
          <p:nvPr/>
        </p:nvSpPr>
        <p:spPr>
          <a:xfrm>
            <a:off x="10171176" y="2344892"/>
            <a:ext cx="18013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非平衡动态最优传输</a:t>
            </a:r>
            <a:endParaRPr lang="en-US" sz="1200" b="1" dirty="0"/>
          </a:p>
        </p:txBody>
      </p:sp>
      <p:sp>
        <p:nvSpPr>
          <p:cNvPr id="605" name="Text 45">
            <a:extLst>
              <a:ext uri="{FF2B5EF4-FFF2-40B4-BE49-F238E27FC236}">
                <a16:creationId xmlns:a16="http://schemas.microsoft.com/office/drawing/2014/main" id="{75863205-D610-22A2-62C4-93733868F022}"/>
              </a:ext>
            </a:extLst>
          </p:cNvPr>
          <p:cNvSpPr/>
          <p:nvPr/>
        </p:nvSpPr>
        <p:spPr>
          <a:xfrm>
            <a:off x="10171176" y="4932342"/>
            <a:ext cx="18013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</a:rPr>
              <a:t>动态二次型最优传输</a:t>
            </a:r>
            <a:endParaRPr lang="en-US" sz="1200" b="1" dirty="0"/>
          </a:p>
        </p:txBody>
      </p:sp>
      <p:sp>
        <p:nvSpPr>
          <p:cNvPr id="607" name="Text 45">
            <a:extLst>
              <a:ext uri="{FF2B5EF4-FFF2-40B4-BE49-F238E27FC236}">
                <a16:creationId xmlns:a16="http://schemas.microsoft.com/office/drawing/2014/main" id="{1BE3470D-09AF-CED4-A741-34489A4C5635}"/>
              </a:ext>
            </a:extLst>
          </p:cNvPr>
          <p:cNvSpPr/>
          <p:nvPr/>
        </p:nvSpPr>
        <p:spPr>
          <a:xfrm>
            <a:off x="10171176" y="3082404"/>
            <a:ext cx="18013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</a:rPr>
              <a:t>分支薛定谔桥</a:t>
            </a:r>
            <a:endParaRPr lang="en-US" sz="1200" b="1" dirty="0"/>
          </a:p>
        </p:txBody>
      </p:sp>
      <p:sp>
        <p:nvSpPr>
          <p:cNvPr id="609" name="Text 45">
            <a:extLst>
              <a:ext uri="{FF2B5EF4-FFF2-40B4-BE49-F238E27FC236}">
                <a16:creationId xmlns:a16="http://schemas.microsoft.com/office/drawing/2014/main" id="{AB3DD17E-0C29-1B1B-B720-C3ECCF757854}"/>
              </a:ext>
            </a:extLst>
          </p:cNvPr>
          <p:cNvSpPr/>
          <p:nvPr/>
        </p:nvSpPr>
        <p:spPr>
          <a:xfrm>
            <a:off x="10171176" y="3911619"/>
            <a:ext cx="18013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0E4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离散空间最优传输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73118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AABD7-8751-FA6F-D2BC-3610B74D6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5FA716-E592-B3C7-C6BF-796CE035B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30" y="366914"/>
            <a:ext cx="1505339" cy="22439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34E140-C44F-AEAA-7F41-608C725C29A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2039" y="366914"/>
            <a:ext cx="1579249" cy="22415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D7231A-10A2-57CB-46B6-AFF50D4FB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716" y="366915"/>
            <a:ext cx="1684080" cy="22415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258D860-2D9C-0921-A38E-0CC42F8A1678}"/>
              </a:ext>
            </a:extLst>
          </p:cNvPr>
          <p:cNvSpPr txBox="1"/>
          <p:nvPr/>
        </p:nvSpPr>
        <p:spPr>
          <a:xfrm>
            <a:off x="874928" y="2683522"/>
            <a:ext cx="971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张磊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4309DA-842D-9E30-19BC-807946798F4C}"/>
              </a:ext>
            </a:extLst>
          </p:cNvPr>
          <p:cNvSpPr txBox="1"/>
          <p:nvPr/>
        </p:nvSpPr>
        <p:spPr>
          <a:xfrm>
            <a:off x="3440512" y="2683522"/>
            <a:ext cx="1091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周沛劼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551F3B-175A-E898-EC6B-B43105B46D6E}"/>
              </a:ext>
            </a:extLst>
          </p:cNvPr>
          <p:cNvSpPr txBox="1"/>
          <p:nvPr/>
        </p:nvSpPr>
        <p:spPr>
          <a:xfrm>
            <a:off x="5861370" y="2683522"/>
            <a:ext cx="1278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曾志炜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52EA173-E148-428B-9540-03A6071F20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999" y="376360"/>
            <a:ext cx="1571139" cy="22321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0A47AD0-1C61-5C41-ACAE-72DCB487E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531" y="376361"/>
            <a:ext cx="1508519" cy="223213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088EFEB-6D18-0CA5-0347-AA1A9056238A}"/>
              </a:ext>
            </a:extLst>
          </p:cNvPr>
          <p:cNvSpPr txBox="1"/>
          <p:nvPr/>
        </p:nvSpPr>
        <p:spPr>
          <a:xfrm>
            <a:off x="8137502" y="2683522"/>
            <a:ext cx="1211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王宇轩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B9326A-7FE1-52AD-7B81-1AEFB2652140}"/>
              </a:ext>
            </a:extLst>
          </p:cNvPr>
          <p:cNvSpPr txBox="1"/>
          <p:nvPr/>
        </p:nvSpPr>
        <p:spPr>
          <a:xfrm>
            <a:off x="10802857" y="2683522"/>
            <a:ext cx="1211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杨博文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20D101C-C197-E40C-057F-3C0B0F778D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446" r="16658"/>
          <a:stretch>
            <a:fillRect/>
          </a:stretch>
        </p:blipFill>
        <p:spPr>
          <a:xfrm>
            <a:off x="1682276" y="3429000"/>
            <a:ext cx="1505339" cy="223921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3832480-5CF8-D585-E2F5-84F0BCCC920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"/>
          <a:stretch>
            <a:fillRect/>
          </a:stretch>
        </p:blipFill>
        <p:spPr>
          <a:xfrm>
            <a:off x="4260103" y="3429000"/>
            <a:ext cx="1653439" cy="224394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64D85B3-9993-2605-8FDC-C25271A2AB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4" t="10263" r="43520" b="38578"/>
          <a:stretch>
            <a:fillRect/>
          </a:stretch>
        </p:blipFill>
        <p:spPr>
          <a:xfrm>
            <a:off x="6692940" y="3429000"/>
            <a:ext cx="1550937" cy="224158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00E626A-9171-ACB6-1792-9041F88BCE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6" r="18691"/>
          <a:stretch>
            <a:fillRect/>
          </a:stretch>
        </p:blipFill>
        <p:spPr>
          <a:xfrm>
            <a:off x="9076323" y="3426635"/>
            <a:ext cx="1509620" cy="224158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B57916B-310E-2737-884A-B0939C35D799}"/>
              </a:ext>
            </a:extLst>
          </p:cNvPr>
          <p:cNvSpPr txBox="1"/>
          <p:nvPr/>
        </p:nvSpPr>
        <p:spPr>
          <a:xfrm>
            <a:off x="2067148" y="5809367"/>
            <a:ext cx="971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孙宇皓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F6BF6A5-6002-2B4D-D666-37AD132F0F45}"/>
              </a:ext>
            </a:extLst>
          </p:cNvPr>
          <p:cNvSpPr txBox="1"/>
          <p:nvPr/>
        </p:nvSpPr>
        <p:spPr>
          <a:xfrm>
            <a:off x="4677258" y="5809367"/>
            <a:ext cx="1091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王欣宇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148489A-89E3-01B8-C7B8-5A40BB209EA2}"/>
              </a:ext>
            </a:extLst>
          </p:cNvPr>
          <p:cNvSpPr txBox="1"/>
          <p:nvPr/>
        </p:nvSpPr>
        <p:spPr>
          <a:xfrm>
            <a:off x="7098116" y="5809367"/>
            <a:ext cx="1278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彭强威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4C845EE-0091-CAF0-3222-DB5262CFB645}"/>
              </a:ext>
            </a:extLst>
          </p:cNvPr>
          <p:cNvSpPr txBox="1"/>
          <p:nvPr/>
        </p:nvSpPr>
        <p:spPr>
          <a:xfrm>
            <a:off x="9433454" y="5809367"/>
            <a:ext cx="1211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Adobe Caslon Pro"/>
              </a:rPr>
              <a:t>王子涵</a:t>
            </a:r>
          </a:p>
        </p:txBody>
      </p:sp>
    </p:spTree>
    <p:extLst>
      <p:ext uri="{BB962C8B-B14F-4D97-AF65-F5344CB8AC3E}">
        <p14:creationId xmlns:p14="http://schemas.microsoft.com/office/powerpoint/2010/main" val="8596959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1266</Words>
  <Application>Microsoft Office PowerPoint</Application>
  <DocSecurity>0</DocSecurity>
  <PresentationFormat>宽屏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Adobe Caslon Pro</vt:lpstr>
      <vt:lpstr>Noto Sans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骏达 应</cp:lastModifiedBy>
  <cp:revision>84</cp:revision>
  <dcterms:created xsi:type="dcterms:W3CDTF">2026-10-18T07:55:50Z</dcterms:created>
  <dcterms:modified xsi:type="dcterms:W3CDTF">2026-10-22T13:17:53Z</dcterms:modified>
</cp:coreProperties>
</file>